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4" r:id="rId3"/>
    <p:sldId id="257" r:id="rId4"/>
    <p:sldId id="269" r:id="rId5"/>
    <p:sldId id="258" r:id="rId6"/>
    <p:sldId id="262" r:id="rId7"/>
    <p:sldId id="263" r:id="rId8"/>
    <p:sldId id="259" r:id="rId9"/>
    <p:sldId id="266" r:id="rId10"/>
    <p:sldId id="265" r:id="rId11"/>
    <p:sldId id="260" r:id="rId12"/>
    <p:sldId id="270" r:id="rId13"/>
    <p:sldId id="271" r:id="rId14"/>
    <p:sldId id="268" r:id="rId15"/>
    <p:sldId id="261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09-17T10:31:56.767"/>
    <p1510:client id="{1F976EEB-8D40-5A92-03B9-94360A9966E9}" v="41" dt="2026-09-17T09:51:50.327"/>
    <p1510:client id="{4F8D241E-723F-055B-16D0-0FA8DC942600}" v="159" dt="2026-09-17T09:54:04.708"/>
    <p1510:client id="{A0D7A7AF-6EC0-A646-B74C-F65D17180896}" v="266" dt="2026-09-17T13:47:51.958"/>
    <p1510:client id="{BB8D8CFC-5F3C-25DA-344A-23BC2D9598E5}" v="6" dt="2026-09-17T18:35:25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Riley" userId="99c8168620f4c637" providerId="Windows Live" clId="Web-{1F976EEB-8D40-5A92-03B9-94360A9966E9}"/>
    <pc:docChg chg="modSld">
      <pc:chgData name="Tom Riley" userId="99c8168620f4c637" providerId="Windows Live" clId="Web-{1F976EEB-8D40-5A92-03B9-94360A9966E9}" dt="2026-09-17T09:51:50.061" v="37" actId="20577"/>
      <pc:docMkLst>
        <pc:docMk/>
      </pc:docMkLst>
      <pc:sldChg chg="modSp">
        <pc:chgData name="Tom Riley" userId="99c8168620f4c637" providerId="Windows Live" clId="Web-{1F976EEB-8D40-5A92-03B9-94360A9966E9}" dt="2026-09-17T09:51:50.061" v="37" actId="20577"/>
        <pc:sldMkLst>
          <pc:docMk/>
          <pc:sldMk cId="896927429" sldId="269"/>
        </pc:sldMkLst>
        <pc:spChg chg="mod">
          <ac:chgData name="Tom Riley" userId="99c8168620f4c637" providerId="Windows Live" clId="Web-{1F976EEB-8D40-5A92-03B9-94360A9966E9}" dt="2026-09-17T09:51:50.061" v="37" actId="20577"/>
          <ac:spMkLst>
            <pc:docMk/>
            <pc:sldMk cId="896927429" sldId="269"/>
            <ac:spMk id="62" creationId="{214871AC-35DB-D7CE-EBA3-70DAF03D6636}"/>
          </ac:spMkLst>
        </pc:spChg>
      </pc:sldChg>
    </pc:docChg>
  </pc:docChgLst>
  <pc:docChgLst>
    <pc:chgData name="Guest User" providerId="Windows Live" clId="Web-{BB8D8CFC-5F3C-25DA-344A-23BC2D9598E5}"/>
    <pc:docChg chg="modSld">
      <pc:chgData name="Guest User" userId="" providerId="Windows Live" clId="Web-{BB8D8CFC-5F3C-25DA-344A-23BC2D9598E5}" dt="2026-09-17T18:35:23.712" v="4" actId="20577"/>
      <pc:docMkLst>
        <pc:docMk/>
      </pc:docMkLst>
      <pc:sldChg chg="modSp">
        <pc:chgData name="Guest User" userId="" providerId="Windows Live" clId="Web-{BB8D8CFC-5F3C-25DA-344A-23BC2D9598E5}" dt="2026-09-17T18:35:23.712" v="4" actId="20577"/>
        <pc:sldMkLst>
          <pc:docMk/>
          <pc:sldMk cId="3755509945" sldId="266"/>
        </pc:sldMkLst>
        <pc:spChg chg="mod">
          <ac:chgData name="Guest User" userId="" providerId="Windows Live" clId="Web-{BB8D8CFC-5F3C-25DA-344A-23BC2D9598E5}" dt="2026-09-17T18:35:23.712" v="4" actId="20577"/>
          <ac:spMkLst>
            <pc:docMk/>
            <pc:sldMk cId="3755509945" sldId="266"/>
            <ac:spMk id="54" creationId="{2C7F03E6-33FE-6DFC-9C5E-0B338B5B3834}"/>
          </ac:spMkLst>
        </pc:spChg>
      </pc:sldChg>
    </pc:docChg>
  </pc:docChgLst>
  <pc:docChgLst>
    <pc:chgData name="Tom Riley" userId="99c8168620f4c637" providerId="LiveId" clId="{E760D5B6-80BC-5CA3-9D97-43479FBFD418}"/>
    <pc:docChg chg="custSel addSld modSld">
      <pc:chgData name="Tom Riley" userId="99c8168620f4c637" providerId="LiveId" clId="{E760D5B6-80BC-5CA3-9D97-43479FBFD418}" dt="2026-09-17T13:47:51.958" v="262" actId="113"/>
      <pc:docMkLst>
        <pc:docMk/>
      </pc:docMkLst>
      <pc:sldChg chg="modSp mod">
        <pc:chgData name="Tom Riley" userId="99c8168620f4c637" providerId="LiveId" clId="{E760D5B6-80BC-5CA3-9D97-43479FBFD418}" dt="2026-09-17T09:40:49.270" v="0" actId="20577"/>
        <pc:sldMkLst>
          <pc:docMk/>
          <pc:sldMk cId="0" sldId="256"/>
        </pc:sldMkLst>
        <pc:spChg chg="mod">
          <ac:chgData name="Tom Riley" userId="99c8168620f4c637" providerId="LiveId" clId="{E760D5B6-80BC-5CA3-9D97-43479FBFD418}" dt="2026-09-17T09:40:49.270" v="0" actId="20577"/>
          <ac:spMkLst>
            <pc:docMk/>
            <pc:sldMk cId="0" sldId="256"/>
            <ac:spMk id="54" creationId="{00000000-0000-0000-0000-000000000000}"/>
          </ac:spMkLst>
        </pc:spChg>
      </pc:sldChg>
      <pc:sldChg chg="modNotesTx">
        <pc:chgData name="Tom Riley" userId="99c8168620f4c637" providerId="LiveId" clId="{E760D5B6-80BC-5CA3-9D97-43479FBFD418}" dt="2026-09-17T13:47:51.958" v="262" actId="113"/>
        <pc:sldMkLst>
          <pc:docMk/>
          <pc:sldMk cId="0" sldId="257"/>
        </pc:sldMkLst>
      </pc:sldChg>
      <pc:sldChg chg="modNotesTx">
        <pc:chgData name="Tom Riley" userId="99c8168620f4c637" providerId="LiveId" clId="{E760D5B6-80BC-5CA3-9D97-43479FBFD418}" dt="2026-09-17T12:29:41.083" v="230" actId="20577"/>
        <pc:sldMkLst>
          <pc:docMk/>
          <pc:sldMk cId="3917041737" sldId="262"/>
        </pc:sldMkLst>
      </pc:sldChg>
      <pc:sldChg chg="modSp add mod">
        <pc:chgData name="Tom Riley" userId="99c8168620f4c637" providerId="LiveId" clId="{E760D5B6-80BC-5CA3-9D97-43479FBFD418}" dt="2026-09-17T09:45:02.953" v="27" actId="20577"/>
        <pc:sldMkLst>
          <pc:docMk/>
          <pc:sldMk cId="2034653336" sldId="268"/>
        </pc:sldMkLst>
        <pc:spChg chg="mod">
          <ac:chgData name="Tom Riley" userId="99c8168620f4c637" providerId="LiveId" clId="{E760D5B6-80BC-5CA3-9D97-43479FBFD418}" dt="2026-09-17T09:45:02.953" v="27" actId="20577"/>
          <ac:spMkLst>
            <pc:docMk/>
            <pc:sldMk cId="2034653336" sldId="268"/>
            <ac:spMk id="81" creationId="{DD72B081-C188-4EC9-36F2-4EF975D4085D}"/>
          </ac:spMkLst>
        </pc:spChg>
      </pc:sldChg>
      <pc:sldChg chg="modSp add mod">
        <pc:chgData name="Tom Riley" userId="99c8168620f4c637" providerId="LiveId" clId="{E760D5B6-80BC-5CA3-9D97-43479FBFD418}" dt="2026-09-17T09:50:10.949" v="219" actId="20577"/>
        <pc:sldMkLst>
          <pc:docMk/>
          <pc:sldMk cId="896927429" sldId="269"/>
        </pc:sldMkLst>
        <pc:spChg chg="mod">
          <ac:chgData name="Tom Riley" userId="99c8168620f4c637" providerId="LiveId" clId="{E760D5B6-80BC-5CA3-9D97-43479FBFD418}" dt="2026-09-17T09:49:23.860" v="45" actId="20577"/>
          <ac:spMkLst>
            <pc:docMk/>
            <pc:sldMk cId="896927429" sldId="269"/>
            <ac:spMk id="61" creationId="{BC5BAD0C-1038-E1A4-930C-A7FFEA106878}"/>
          </ac:spMkLst>
        </pc:spChg>
        <pc:spChg chg="mod">
          <ac:chgData name="Tom Riley" userId="99c8168620f4c637" providerId="LiveId" clId="{E760D5B6-80BC-5CA3-9D97-43479FBFD418}" dt="2026-09-17T09:50:10.949" v="219" actId="20577"/>
          <ac:spMkLst>
            <pc:docMk/>
            <pc:sldMk cId="896927429" sldId="269"/>
            <ac:spMk id="62" creationId="{214871AC-35DB-D7CE-EBA3-70DAF03D6636}"/>
          </ac:spMkLst>
        </pc:spChg>
      </pc:sldChg>
    </pc:docChg>
  </pc:docChgLst>
  <pc:docChgLst>
    <pc:chgData name="Guest User" providerId="Windows Live" clId="Web-{00000000-0000-0000-0000-000000000000}"/>
    <pc:docChg chg="addSld">
      <pc:chgData name="Guest User" userId="" providerId="Windows Live" clId="Web-{00000000-0000-0000-0000-000000000000}" dt="2026-09-17T10:31:56.767" v="0"/>
      <pc:docMkLst>
        <pc:docMk/>
      </pc:docMkLst>
      <pc:sldChg chg="add replId">
        <pc:chgData name="Guest User" userId="" providerId="Windows Live" clId="Web-{00000000-0000-0000-0000-000000000000}" dt="2026-09-17T10:31:56.767" v="0"/>
        <pc:sldMkLst>
          <pc:docMk/>
          <pc:sldMk cId="3600496829" sldId="271"/>
        </pc:sldMkLst>
      </pc:sldChg>
    </pc:docChg>
  </pc:docChgLst>
  <pc:docChgLst>
    <pc:chgData name="Guest User" providerId="Windows Live" clId="Web-{4F8D241E-723F-055B-16D0-0FA8DC942600}"/>
    <pc:docChg chg="addSld delSld modSld sldOrd">
      <pc:chgData name="Guest User" userId="" providerId="Windows Live" clId="Web-{4F8D241E-723F-055B-16D0-0FA8DC942600}" dt="2026-09-17T09:54:00.364" v="167" actId="20577"/>
      <pc:docMkLst>
        <pc:docMk/>
      </pc:docMkLst>
      <pc:sldChg chg="modSp">
        <pc:chgData name="Guest User" userId="" providerId="Windows Live" clId="Web-{4F8D241E-723F-055B-16D0-0FA8DC942600}" dt="2026-09-17T09:53:34.489" v="160" actId="20577"/>
        <pc:sldMkLst>
          <pc:docMk/>
          <pc:sldMk cId="0" sldId="257"/>
        </pc:sldMkLst>
        <pc:spChg chg="mod">
          <ac:chgData name="Guest User" userId="" providerId="Windows Live" clId="Web-{4F8D241E-723F-055B-16D0-0FA8DC942600}" dt="2026-09-17T09:53:34.489" v="160" actId="20577"/>
          <ac:spMkLst>
            <pc:docMk/>
            <pc:sldMk cId="0" sldId="257"/>
            <ac:spMk id="62" creationId="{00000000-0000-0000-0000-000000000000}"/>
          </ac:spMkLst>
        </pc:spChg>
      </pc:sldChg>
      <pc:sldChg chg="modSp ord">
        <pc:chgData name="Guest User" userId="" providerId="Windows Live" clId="Web-{4F8D241E-723F-055B-16D0-0FA8DC942600}" dt="2026-09-17T09:45:44.502" v="11" actId="20577"/>
        <pc:sldMkLst>
          <pc:docMk/>
          <pc:sldMk cId="0" sldId="258"/>
        </pc:sldMkLst>
        <pc:spChg chg="mod">
          <ac:chgData name="Guest User" userId="" providerId="Windows Live" clId="Web-{4F8D241E-723F-055B-16D0-0FA8DC942600}" dt="2026-09-17T09:45:44.502" v="11" actId="20577"/>
          <ac:spMkLst>
            <pc:docMk/>
            <pc:sldMk cId="0" sldId="258"/>
            <ac:spMk id="69" creationId="{00000000-0000-0000-0000-000000000000}"/>
          </ac:spMkLst>
        </pc:spChg>
      </pc:sldChg>
      <pc:sldChg chg="modSp">
        <pc:chgData name="Guest User" userId="" providerId="Windows Live" clId="Web-{4F8D241E-723F-055B-16D0-0FA8DC942600}" dt="2026-09-17T09:50:04.785" v="81" actId="20577"/>
        <pc:sldMkLst>
          <pc:docMk/>
          <pc:sldMk cId="0" sldId="261"/>
        </pc:sldMkLst>
        <pc:spChg chg="mod">
          <ac:chgData name="Guest User" userId="" providerId="Windows Live" clId="Web-{4F8D241E-723F-055B-16D0-0FA8DC942600}" dt="2026-09-17T09:50:04.785" v="81" actId="20577"/>
          <ac:spMkLst>
            <pc:docMk/>
            <pc:sldMk cId="0" sldId="261"/>
            <ac:spMk id="87" creationId="{00000000-0000-0000-0000-000000000000}"/>
          </ac:spMkLst>
        </pc:spChg>
      </pc:sldChg>
      <pc:sldChg chg="modSp">
        <pc:chgData name="Guest User" userId="" providerId="Windows Live" clId="Web-{4F8D241E-723F-055B-16D0-0FA8DC942600}" dt="2026-09-17T09:44:50.237" v="5" actId="20577"/>
        <pc:sldMkLst>
          <pc:docMk/>
          <pc:sldMk cId="3917041737" sldId="262"/>
        </pc:sldMkLst>
        <pc:spChg chg="mod">
          <ac:chgData name="Guest User" userId="" providerId="Windows Live" clId="Web-{4F8D241E-723F-055B-16D0-0FA8DC942600}" dt="2026-09-17T09:44:50.237" v="5" actId="20577"/>
          <ac:spMkLst>
            <pc:docMk/>
            <pc:sldMk cId="3917041737" sldId="262"/>
            <ac:spMk id="69" creationId="{C66AD673-E4A7-6C65-DE2F-936EFE604ACB}"/>
          </ac:spMkLst>
        </pc:spChg>
      </pc:sldChg>
      <pc:sldChg chg="modSp">
        <pc:chgData name="Guest User" userId="" providerId="Windows Live" clId="Web-{4F8D241E-723F-055B-16D0-0FA8DC942600}" dt="2026-09-17T09:47:32.081" v="14" actId="20577"/>
        <pc:sldMkLst>
          <pc:docMk/>
          <pc:sldMk cId="4269601640" sldId="263"/>
        </pc:sldMkLst>
        <pc:spChg chg="mod">
          <ac:chgData name="Guest User" userId="" providerId="Windows Live" clId="Web-{4F8D241E-723F-055B-16D0-0FA8DC942600}" dt="2026-09-17T09:47:32.081" v="14" actId="20577"/>
          <ac:spMkLst>
            <pc:docMk/>
            <pc:sldMk cId="4269601640" sldId="263"/>
            <ac:spMk id="62" creationId="{A7E907DC-FBA8-82E2-9670-C2294BE646C2}"/>
          </ac:spMkLst>
        </pc:spChg>
      </pc:sldChg>
      <pc:sldChg chg="del mod modShow">
        <pc:chgData name="Guest User" userId="" providerId="Windows Live" clId="Web-{4F8D241E-723F-055B-16D0-0FA8DC942600}" dt="2026-09-17T09:47:15.675" v="12"/>
        <pc:sldMkLst>
          <pc:docMk/>
          <pc:sldMk cId="0" sldId="267"/>
        </pc:sldMkLst>
      </pc:sldChg>
      <pc:sldChg chg="modSp">
        <pc:chgData name="Guest User" userId="" providerId="Windows Live" clId="Web-{4F8D241E-723F-055B-16D0-0FA8DC942600}" dt="2026-09-17T09:53:22.552" v="155" actId="20577"/>
        <pc:sldMkLst>
          <pc:docMk/>
          <pc:sldMk cId="896927429" sldId="269"/>
        </pc:sldMkLst>
        <pc:spChg chg="mod">
          <ac:chgData name="Guest User" userId="" providerId="Windows Live" clId="Web-{4F8D241E-723F-055B-16D0-0FA8DC942600}" dt="2026-09-17T09:53:22.552" v="155" actId="20577"/>
          <ac:spMkLst>
            <pc:docMk/>
            <pc:sldMk cId="896927429" sldId="269"/>
            <ac:spMk id="62" creationId="{214871AC-35DB-D7CE-EBA3-70DAF03D6636}"/>
          </ac:spMkLst>
        </pc:spChg>
      </pc:sldChg>
      <pc:sldChg chg="modSp add replId">
        <pc:chgData name="Guest User" userId="" providerId="Windows Live" clId="Web-{4F8D241E-723F-055B-16D0-0FA8DC942600}" dt="2026-09-17T09:54:00.364" v="167" actId="20577"/>
        <pc:sldMkLst>
          <pc:docMk/>
          <pc:sldMk cId="3130998065" sldId="270"/>
        </pc:sldMkLst>
        <pc:spChg chg="mod">
          <ac:chgData name="Guest User" userId="" providerId="Windows Live" clId="Web-{4F8D241E-723F-055B-16D0-0FA8DC942600}" dt="2026-09-17T09:54:00.364" v="167" actId="20577"/>
          <ac:spMkLst>
            <pc:docMk/>
            <pc:sldMk cId="3130998065" sldId="270"/>
            <ac:spMk id="54" creationId="{1B9F5037-F4D2-12A6-E9DB-DB1092AA856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F6092EC-8E66-EC11-8B69-710B0805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3363216-1691-B164-A544-B83456A02A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EE9E66AF-AF15-DD55-3C7E-E6DC0ED1AF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865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7a59b78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7a59b78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/>
              <a:t>Christmas Social with </a:t>
            </a:r>
            <a:r>
              <a:rPr lang="en-GB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Manchester Java Community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43BB574-BDAA-CE25-0F57-615953A36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7a59b783e_0_0:notes">
            <a:extLst>
              <a:ext uri="{FF2B5EF4-FFF2-40B4-BE49-F238E27FC236}">
                <a16:creationId xmlns:a16="http://schemas.microsoft.com/office/drawing/2014/main" id="{6A500DBC-708A-75C2-F0E4-85DD4E7FC3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7a59b783e_0_0:notes">
            <a:extLst>
              <a:ext uri="{FF2B5EF4-FFF2-40B4-BE49-F238E27FC236}">
                <a16:creationId xmlns:a16="http://schemas.microsoft.com/office/drawing/2014/main" id="{D93F95C2-2F34-CBC8-F1D8-4D6A879010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617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7a59b783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7a59b783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Lloyd Lowson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A22C7DE-FEEB-C5FA-933E-885CB2EF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7a59b783e_0_6:notes">
            <a:extLst>
              <a:ext uri="{FF2B5EF4-FFF2-40B4-BE49-F238E27FC236}">
                <a16:creationId xmlns:a16="http://schemas.microsoft.com/office/drawing/2014/main" id="{25008DF7-E270-C814-C4D7-48D179BCE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7a59b783e_0_6:notes">
            <a:extLst>
              <a:ext uri="{FF2B5EF4-FFF2-40B4-BE49-F238E27FC236}">
                <a16:creationId xmlns:a16="http://schemas.microsoft.com/office/drawing/2014/main" id="{3DF45000-BB84-474B-C088-25FE7FAEB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Matt Noble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34585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643EDCC-4B1A-9619-7A86-338173E7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7a59b783e_0_0:notes">
            <a:extLst>
              <a:ext uri="{FF2B5EF4-FFF2-40B4-BE49-F238E27FC236}">
                <a16:creationId xmlns:a16="http://schemas.microsoft.com/office/drawing/2014/main" id="{96D8864E-B3C4-D976-83FC-ACE800D94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7a59b783e_0_0:notes">
            <a:extLst>
              <a:ext uri="{FF2B5EF4-FFF2-40B4-BE49-F238E27FC236}">
                <a16:creationId xmlns:a16="http://schemas.microsoft.com/office/drawing/2014/main" id="{BF0E2D8A-C091-F23D-7822-79DE2D90C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329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7a59b783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7a59b783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5A8175D-92DB-F4D0-4F23-118E56C67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F1DBFB9-4DCC-68F6-B8A2-BC0E918EE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9BA995F-7656-4CF9-DA75-9088FB60E9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5416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981EE92-F63C-70EF-6646-37A6EABEB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1D7B3A3D-1D4D-7121-888F-D5076802B3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16D53E4-0616-54E5-DA88-187E0DD48D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4272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7a59b783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7a59b783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D9923E0-FF39-9243-90FA-22C671AF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A118202C-5FB8-101D-0917-51B1A6346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4C6836E-A4A8-4BD2-734D-FEBF293FED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19576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47BCA88-F972-BA9E-F7FC-AD0CC08E5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7DAF2F08-3897-5CCF-09C1-EC943E53D9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98D692B-89DC-65DC-11CE-A54B9E954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757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74DA1300-A9AB-E2ED-859C-A906F7872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7a59b783e_0_21:notes">
            <a:extLst>
              <a:ext uri="{FF2B5EF4-FFF2-40B4-BE49-F238E27FC236}">
                <a16:creationId xmlns:a16="http://schemas.microsoft.com/office/drawing/2014/main" id="{BCA59CAF-5409-8402-D7AC-C2D28D70B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7a59b783e_0_21:notes">
            <a:extLst>
              <a:ext uri="{FF2B5EF4-FFF2-40B4-BE49-F238E27FC236}">
                <a16:creationId xmlns:a16="http://schemas.microsoft.com/office/drawing/2014/main" id="{22FCE43F-2C42-0C7A-BF0A-7D51B7A94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7608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7a59b783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7a59b783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community.cncf.io/cloud-native-manchester/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loud-native.slack.com/archives/CJA8M2HCJ" TargetMode="External"/><Relationship Id="rId5" Type="http://schemas.openxmlformats.org/officeDocument/2006/relationships/hyperlink" Target="https://sessionize.com/manchester-cloud-native-meetup/" TargetMode="External"/><Relationship Id="rId4" Type="http://schemas.openxmlformats.org/officeDocument/2006/relationships/hyperlink" Target="mailto:contact@cloudnativemcr.co.uk" TargetMode="Externa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cloudnativemcr.co.u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orson-edge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cloudnativemcr.co.uk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loud-native.slack.com/archives/CJA8M2HCJ" TargetMode="External"/><Relationship Id="rId5" Type="http://schemas.openxmlformats.org/officeDocument/2006/relationships/hyperlink" Target="https://community.cncf.io/cloud-native-manchester/" TargetMode="External"/><Relationship Id="rId4" Type="http://schemas.openxmlformats.org/officeDocument/2006/relationships/hyperlink" Target="https://sessionize.com/manchester-cloud-native-meetu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001389"/>
            <a:ext cx="8520600" cy="14610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/>
              <a:t>Cloud Native Manchester </a:t>
            </a:r>
            <a:br>
              <a:rPr lang="en-GB" sz="4400"/>
            </a:br>
            <a:r>
              <a:rPr lang="en-GB" sz="4400"/>
              <a:t>September 2026</a:t>
            </a:r>
            <a:endParaRPr sz="44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501996"/>
            <a:ext cx="8520600" cy="1080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/>
              <a:t>Sponsored by:</a:t>
            </a:r>
            <a:endParaRPr/>
          </a:p>
        </p:txBody>
      </p:sp>
      <p:pic>
        <p:nvPicPr>
          <p:cNvPr id="2" name="Picture 1" descr="Contact us - Morson Edge">
            <a:extLst>
              <a:ext uri="{FF2B5EF4-FFF2-40B4-BE49-F238E27FC236}">
                <a16:creationId xmlns:a16="http://schemas.microsoft.com/office/drawing/2014/main" id="{3F1E877A-BC95-0AB6-0E1A-6AA9A725A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277" y="4444105"/>
            <a:ext cx="3579269" cy="4138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8C0B6F-7C94-FBB3-35B9-B32C9EB2E963}"/>
              </a:ext>
            </a:extLst>
          </p:cNvPr>
          <p:cNvSpPr txBox="1"/>
          <p:nvPr/>
        </p:nvSpPr>
        <p:spPr>
          <a:xfrm>
            <a:off x="1211145" y="58202"/>
            <a:ext cx="67217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/>
              <a:t>6PM: </a:t>
            </a:r>
            <a:r>
              <a:rPr lang="en-GB" sz="1200" i="1"/>
              <a:t>Networking with food and drinks</a:t>
            </a:r>
            <a:r>
              <a:rPr lang="en-US" sz="1200" i="1"/>
              <a:t> </a:t>
            </a:r>
            <a:br>
              <a:rPr lang="en-US" sz="1200"/>
            </a:br>
            <a:r>
              <a:rPr lang="en-US" sz="1200" b="1"/>
              <a:t>7PM: </a:t>
            </a:r>
            <a:r>
              <a:rPr lang="en-US" sz="1200" i="1" err="1"/>
              <a:t>Modernising</a:t>
            </a:r>
            <a:r>
              <a:rPr lang="en-US" sz="1200" i="1"/>
              <a:t> Kubernetes access at Booking: A journey from SSO to OIDC - </a:t>
            </a:r>
            <a:r>
              <a:rPr lang="en-US" sz="1200" b="1" i="1"/>
              <a:t>Milap </a:t>
            </a:r>
            <a:r>
              <a:rPr lang="en-US" sz="1200" b="1" i="1" err="1"/>
              <a:t>Anwani</a:t>
            </a:r>
            <a:br>
              <a:rPr lang="en-US" sz="1200" i="1"/>
            </a:br>
            <a:r>
              <a:rPr lang="en-US" sz="1200"/>
              <a:t>Break!</a:t>
            </a:r>
            <a:br>
              <a:rPr lang="en-US" sz="1200"/>
            </a:br>
            <a:r>
              <a:rPr lang="en-US" sz="1200"/>
              <a:t>~</a:t>
            </a:r>
            <a:r>
              <a:rPr lang="en-US" sz="1200" b="1"/>
              <a:t>8PM: </a:t>
            </a:r>
            <a:r>
              <a:rPr lang="en-GB" sz="1200" i="1"/>
              <a:t>AI-Powered client-go Upgrades with Usage-First Scanning - </a:t>
            </a:r>
            <a:r>
              <a:rPr lang="en-GB" sz="1200" b="1" i="1"/>
              <a:t>Sachin Sachdeva</a:t>
            </a:r>
          </a:p>
          <a:p>
            <a:pPr algn="ctr"/>
            <a:r>
              <a:rPr lang="en-GB" sz="1200" b="1"/>
              <a:t>~8:30PM: </a:t>
            </a:r>
            <a:r>
              <a:rPr lang="en-GB" sz="1200" i="1"/>
              <a:t>Lightning Talks</a:t>
            </a:r>
            <a:endParaRPr lang="en-US" sz="1200" b="1"/>
          </a:p>
        </p:txBody>
      </p:sp>
      <p:pic>
        <p:nvPicPr>
          <p:cNvPr id="3" name="Google Shape;62;p14" title="main_logo.png">
            <a:extLst>
              <a:ext uri="{FF2B5EF4-FFF2-40B4-BE49-F238E27FC236}">
                <a16:creationId xmlns:a16="http://schemas.microsoft.com/office/drawing/2014/main" id="{E6813B5F-011E-1E75-2DF2-8DFBC2837D6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5678" y="2985922"/>
            <a:ext cx="4366399" cy="1388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F0D3E55-887B-1D22-2341-5D815A9B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0580D510-F502-EA48-ACC1-0FB298B720C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200063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00"/>
                </a:highlight>
              </a:rPr>
              <a:t>Please take your seats</a:t>
            </a:r>
            <a:br>
              <a:rPr lang="en-GB">
                <a:highlight>
                  <a:srgbClr val="FFFF00"/>
                </a:highlight>
              </a:rPr>
            </a:br>
            <a:br>
              <a:rPr lang="en-GB">
                <a:highlight>
                  <a:srgbClr val="FFFF00"/>
                </a:highlight>
              </a:rPr>
            </a:br>
            <a:r>
              <a:rPr lang="en-GB" sz="4900">
                <a:highlight>
                  <a:srgbClr val="FFFF00"/>
                </a:highlight>
              </a:rPr>
              <a:t>Getting started in a few moments!</a:t>
            </a:r>
            <a:endParaRPr>
              <a:highlight>
                <a:srgbClr val="FFFF00"/>
              </a:highlight>
            </a:endParaRPr>
          </a:p>
        </p:txBody>
      </p:sp>
      <p:pic>
        <p:nvPicPr>
          <p:cNvPr id="2" name="Picture 1" descr="Contact us - Morson Edge">
            <a:extLst>
              <a:ext uri="{FF2B5EF4-FFF2-40B4-BE49-F238E27FC236}">
                <a16:creationId xmlns:a16="http://schemas.microsoft.com/office/drawing/2014/main" id="{4D746436-F7B6-1507-4298-8D6036FF2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943" y="4438872"/>
            <a:ext cx="4064546" cy="469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6BD679-8D20-A67E-72E8-EB2C68405189}"/>
              </a:ext>
            </a:extLst>
          </p:cNvPr>
          <p:cNvSpPr txBox="1"/>
          <p:nvPr/>
        </p:nvSpPr>
        <p:spPr>
          <a:xfrm>
            <a:off x="1211144" y="58202"/>
            <a:ext cx="67217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/>
              <a:t>6PM: </a:t>
            </a:r>
            <a:r>
              <a:rPr lang="en-GB" sz="1200" i="1"/>
              <a:t>Networking with food and drinks</a:t>
            </a:r>
            <a:r>
              <a:rPr lang="en-US" sz="1200" i="1"/>
              <a:t> </a:t>
            </a:r>
            <a:br>
              <a:rPr lang="en-US" sz="1200"/>
            </a:br>
            <a:r>
              <a:rPr lang="en-US" sz="1200" b="1"/>
              <a:t>7PM: </a:t>
            </a:r>
            <a:r>
              <a:rPr lang="en-US" sz="1200" i="1" err="1"/>
              <a:t>Modernising</a:t>
            </a:r>
            <a:r>
              <a:rPr lang="en-US" sz="1200" i="1"/>
              <a:t> Kubernetes access at Booking: A journey from SSO to OIDC - </a:t>
            </a:r>
            <a:r>
              <a:rPr lang="en-US" sz="1200" b="1" i="1"/>
              <a:t>Milap </a:t>
            </a:r>
            <a:r>
              <a:rPr lang="en-US" sz="1200" b="1" i="1" err="1"/>
              <a:t>Anwani</a:t>
            </a:r>
            <a:br>
              <a:rPr lang="en-US" sz="1200" i="1"/>
            </a:br>
            <a:r>
              <a:rPr lang="en-US" sz="1200"/>
              <a:t>Break!</a:t>
            </a:r>
            <a:br>
              <a:rPr lang="en-US" sz="1200"/>
            </a:br>
            <a:r>
              <a:rPr lang="en-US" sz="1200"/>
              <a:t>~</a:t>
            </a:r>
            <a:r>
              <a:rPr lang="en-US" sz="1200" b="1"/>
              <a:t>8PM: </a:t>
            </a:r>
            <a:r>
              <a:rPr lang="en-GB" sz="1200" i="1"/>
              <a:t>AI-Powered client-go Upgrades with Usage-First Scanning - </a:t>
            </a:r>
            <a:r>
              <a:rPr lang="en-GB" sz="1200" b="1" i="1"/>
              <a:t>Sachin Sachdeva</a:t>
            </a:r>
          </a:p>
          <a:p>
            <a:pPr algn="ctr"/>
            <a:r>
              <a:rPr lang="en-GB" sz="1200" b="1"/>
              <a:t>~8:30PM: </a:t>
            </a:r>
            <a:r>
              <a:rPr lang="en-GB" sz="1200" i="1"/>
              <a:t>Lightning Talks</a:t>
            </a:r>
            <a:endParaRPr lang="en-US" sz="1200" b="1"/>
          </a:p>
        </p:txBody>
      </p:sp>
      <p:pic>
        <p:nvPicPr>
          <p:cNvPr id="3" name="Google Shape;62;p14" title="main_logo.png">
            <a:extLst>
              <a:ext uri="{FF2B5EF4-FFF2-40B4-BE49-F238E27FC236}">
                <a16:creationId xmlns:a16="http://schemas.microsoft.com/office/drawing/2014/main" id="{FFD826F2-2AA0-8D45-DF80-EAE83ACAD6A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450" y="4088014"/>
            <a:ext cx="3925241" cy="10546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860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Announcements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GB" sz="1200"/>
              <a:t>Official CNCF meetup now, please “mark attendance” there: </a:t>
            </a:r>
            <a:endParaRPr lang="en-US"/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https://community.cncf.io/cloud-native-manchester/</a:t>
            </a:r>
            <a:endParaRPr lang="en-GB" sz="1200" u="sng">
              <a:solidFill>
                <a:schemeClr val="hlink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endParaRPr lang="en-GB" sz="1200"/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200"/>
              <a:t>Future Manchester events: </a:t>
            </a:r>
            <a:endParaRPr lang="en-GB"/>
          </a:p>
          <a:p>
            <a:pPr marL="285750" indent="-285750">
              <a:spcBef>
                <a:spcPts val="1200"/>
              </a:spcBef>
            </a:pPr>
            <a:r>
              <a:rPr lang="en-GB" sz="1200" b="1"/>
              <a:t>Meetup on 19</a:t>
            </a:r>
            <a:r>
              <a:rPr lang="en-GB" sz="1200" b="1" baseline="30000"/>
              <a:t>th</a:t>
            </a:r>
            <a:r>
              <a:rPr lang="en-GB" sz="1200" b="1"/>
              <a:t> November @ Morson-Edge Bonded Warehouse</a:t>
            </a:r>
          </a:p>
          <a:p>
            <a:pPr marL="285750" indent="-285750">
              <a:spcBef>
                <a:spcPts val="1200"/>
              </a:spcBef>
            </a:pPr>
            <a:r>
              <a:rPr lang="en-GB" sz="1200" b="1"/>
              <a:t>Christmas Social on 3</a:t>
            </a:r>
            <a:r>
              <a:rPr lang="en-GB" sz="1200" b="1" baseline="30000"/>
              <a:t>rd</a:t>
            </a:r>
            <a:r>
              <a:rPr lang="en-GB" sz="1200" b="1"/>
              <a:t> December @ </a:t>
            </a:r>
            <a:r>
              <a:rPr lang="en-GB" sz="1200" b="1" err="1"/>
              <a:t>Steelfish</a:t>
            </a:r>
            <a:r>
              <a:rPr lang="en-GB" sz="1200" b="1"/>
              <a:t> Brewery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/>
              <a:t>Sponsors and talks always needed so please reach out via </a:t>
            </a:r>
            <a:r>
              <a:rPr lang="en-GB" sz="1200" u="sng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contact@cloudnativemcr.co.uk</a:t>
            </a:r>
            <a:r>
              <a:rPr lang="en-GB" sz="1200"/>
              <a:t> or </a:t>
            </a:r>
            <a:r>
              <a:rPr lang="en-GB" sz="1200">
                <a:hlinkClick r:id="rId5"/>
              </a:rPr>
              <a:t>https://sessionize.com/manchester-cloud-native-meetup/</a:t>
            </a:r>
            <a:endParaRPr lang="en-GB" sz="1200"/>
          </a:p>
          <a:p>
            <a:pPr marL="0" indent="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/>
              <a:t>Cloud Native Slack </a:t>
            </a:r>
            <a:r>
              <a:rPr lang="en-GB" sz="1200" b="1" i="1"/>
              <a:t>#manchester </a:t>
            </a:r>
            <a:r>
              <a:rPr lang="en-GB" sz="1200"/>
              <a:t>channel @ </a:t>
            </a:r>
            <a:r>
              <a:rPr lang="en-GB" sz="1200">
                <a:hlinkClick r:id="rId6"/>
              </a:rPr>
              <a:t>https://cloud-native.slack.com/archives/CJA8M2HCJ</a:t>
            </a:r>
            <a:endParaRPr lang="en-GB" sz="12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13E86D-8694-8C5B-A130-B35E60A9A8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8323" y="180126"/>
            <a:ext cx="1562492" cy="2244781"/>
          </a:xfrm>
          <a:prstGeom prst="rect">
            <a:avLst/>
          </a:prstGeom>
        </p:spPr>
      </p:pic>
      <p:pic>
        <p:nvPicPr>
          <p:cNvPr id="7" name="Picture 6" descr="Contact us - Morson Edge">
            <a:extLst>
              <a:ext uri="{FF2B5EF4-FFF2-40B4-BE49-F238E27FC236}">
                <a16:creationId xmlns:a16="http://schemas.microsoft.com/office/drawing/2014/main" id="{7C9BCFE0-C1B8-4CAE-66E8-610A1635D8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9943" y="4438872"/>
            <a:ext cx="4064546" cy="469963"/>
          </a:xfrm>
          <a:prstGeom prst="rect">
            <a:avLst/>
          </a:prstGeom>
        </p:spPr>
      </p:pic>
      <p:pic>
        <p:nvPicPr>
          <p:cNvPr id="8" name="Google Shape;62;p14" title="main_logo.png">
            <a:extLst>
              <a:ext uri="{FF2B5EF4-FFF2-40B4-BE49-F238E27FC236}">
                <a16:creationId xmlns:a16="http://schemas.microsoft.com/office/drawing/2014/main" id="{3FB7564B-33D9-1854-F16F-A89E9D8FDA5C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2450" y="4088014"/>
            <a:ext cx="3925241" cy="1054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3CB2247-37AF-833B-63E2-AA516FAF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C5BAD0C-1038-E1A4-930C-A7FFEA1068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Lightning Talks</a:t>
            </a: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214871AC-35DB-D7CE-EBA3-70DAF03D66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689940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endParaRPr lang="en-GB"/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If anyone wishes to share a short lightning talk tonight or at a future event:</a:t>
            </a:r>
          </a:p>
          <a:p>
            <a:pPr marL="171450" indent="-171450">
              <a:spcBef>
                <a:spcPts val="1200"/>
              </a:spcBef>
            </a:pPr>
            <a:r>
              <a:rPr lang="en-GB"/>
              <a:t>Please let an organiser know</a:t>
            </a:r>
          </a:p>
          <a:p>
            <a:pPr marL="171450" indent="-171450">
              <a:spcBef>
                <a:spcPts val="1200"/>
              </a:spcBef>
            </a:pPr>
            <a:r>
              <a:rPr lang="en-GB"/>
              <a:t>Drop an email before a meetup to </a:t>
            </a:r>
            <a:r>
              <a:rPr lang="en-GB">
                <a:hlinkClick r:id="rId3"/>
              </a:rPr>
              <a:t>contact</a:t>
            </a:r>
            <a:r>
              <a:rPr lang="en-GB">
                <a:solidFill>
                  <a:srgbClr val="595959"/>
                </a:solidFill>
                <a:hlinkClick r:id="rId3"/>
              </a:rPr>
              <a:t>@cloudnativemcr.co.uk</a:t>
            </a:r>
            <a:r>
              <a:rPr lang="en-GB">
                <a:solidFill>
                  <a:srgbClr val="595959"/>
                </a:solidFill>
              </a:rPr>
              <a:t> </a:t>
            </a:r>
            <a:endParaRPr lang="en-GB"/>
          </a:p>
          <a:p>
            <a:pPr marL="171450" indent="-171450">
              <a:lnSpc>
                <a:spcPct val="114999"/>
              </a:lnSpc>
              <a:spcBef>
                <a:spcPts val="1200"/>
              </a:spcBef>
            </a:pPr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E34F9F-2600-9B81-D451-31C65D209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323" y="180126"/>
            <a:ext cx="1562492" cy="2244781"/>
          </a:xfrm>
          <a:prstGeom prst="rect">
            <a:avLst/>
          </a:prstGeom>
        </p:spPr>
      </p:pic>
      <p:pic>
        <p:nvPicPr>
          <p:cNvPr id="7" name="Picture 6" descr="Contact us - Morson Edge">
            <a:extLst>
              <a:ext uri="{FF2B5EF4-FFF2-40B4-BE49-F238E27FC236}">
                <a16:creationId xmlns:a16="http://schemas.microsoft.com/office/drawing/2014/main" id="{7CEC5200-3FB8-10AE-633F-E4C7EE9577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943" y="4438872"/>
            <a:ext cx="4064546" cy="469963"/>
          </a:xfrm>
          <a:prstGeom prst="rect">
            <a:avLst/>
          </a:prstGeom>
        </p:spPr>
      </p:pic>
      <p:pic>
        <p:nvPicPr>
          <p:cNvPr id="8" name="Google Shape;62;p14" title="main_logo.png">
            <a:extLst>
              <a:ext uri="{FF2B5EF4-FFF2-40B4-BE49-F238E27FC236}">
                <a16:creationId xmlns:a16="http://schemas.microsoft.com/office/drawing/2014/main" id="{84728C26-04AE-78E4-6EEC-3BFA8A54E15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450" y="4088014"/>
            <a:ext cx="3925241" cy="10546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6927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Sponsor: Morson Edge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GB" u="sng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morson-edge.com</a:t>
            </a:r>
            <a:endParaRPr lang="en-GB" u="sng">
              <a:solidFill>
                <a:schemeClr val="hlink"/>
              </a:solidFill>
            </a:endParaRPr>
          </a:p>
          <a:p>
            <a:pPr marL="0" indent="0">
              <a:buNone/>
            </a:pPr>
            <a:br>
              <a:rPr lang="en-GB"/>
            </a:br>
            <a:r>
              <a:rPr lang="en-GB"/>
              <a:t>Thank you for hosting us this evening at Bonded Warehouse once again.</a:t>
            </a:r>
            <a:endParaRPr/>
          </a:p>
        </p:txBody>
      </p:sp>
      <p:pic>
        <p:nvPicPr>
          <p:cNvPr id="2" name="Picture 1" descr="Contact us - Morson Edge">
            <a:extLst>
              <a:ext uri="{FF2B5EF4-FFF2-40B4-BE49-F238E27FC236}">
                <a16:creationId xmlns:a16="http://schemas.microsoft.com/office/drawing/2014/main" id="{E49516C2-47D7-0AC6-07B5-A3F9F8FAF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307" y="3611232"/>
            <a:ext cx="6569386" cy="7595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E1996839-ECB3-8DAF-35BA-22C319DB7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35BB5EA-FDB7-E540-BFF7-A8AC68C810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Sponsor: Valarian</a:t>
            </a:r>
            <a:endParaRPr/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C66AD673-E4A7-6C65-DE2F-936EFE604A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GB" u="sng">
                <a:solidFill>
                  <a:schemeClr val="hlink"/>
                </a:solidFill>
              </a:rPr>
              <a:t>valarian.com</a:t>
            </a:r>
          </a:p>
          <a:p>
            <a:pPr marL="0" lvl="0" indent="0">
              <a:buNone/>
            </a:pPr>
            <a:endParaRPr lang="en-GB" u="sng">
              <a:solidFill>
                <a:schemeClr val="hlink"/>
              </a:solidFill>
            </a:endParaRPr>
          </a:p>
          <a:p>
            <a:pPr marL="0" indent="0">
              <a:buNone/>
            </a:pPr>
            <a:r>
              <a:rPr lang="en-GB"/>
              <a:t>Thank you to </a:t>
            </a:r>
            <a:r>
              <a:rPr lang="en-GB" b="1"/>
              <a:t>Valarian</a:t>
            </a:r>
            <a:r>
              <a:rPr lang="en-GB"/>
              <a:t> for kindly sponsoring today's food.</a:t>
            </a:r>
          </a:p>
        </p:txBody>
      </p:sp>
      <p:pic>
        <p:nvPicPr>
          <p:cNvPr id="4" name="Google Shape;62;p14" title="main_logo.png">
            <a:extLst>
              <a:ext uri="{FF2B5EF4-FFF2-40B4-BE49-F238E27FC236}">
                <a16:creationId xmlns:a16="http://schemas.microsoft.com/office/drawing/2014/main" id="{46FF52F1-9EFA-6FD2-2497-9197E387FED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2026" y="3187863"/>
            <a:ext cx="5139948" cy="13810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7041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0E69D0D-1ABF-0DDE-E28F-BDB10730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FE6CA79E-62A4-4E07-84B6-9D3CCBC2A7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A7E907DC-FBA8-82E2-9670-C2294BE646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22472"/>
            <a:ext cx="695810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b="1"/>
              <a:t>6PM: </a:t>
            </a:r>
            <a:r>
              <a:rPr lang="en-GB"/>
              <a:t>Networking with food and drinks</a:t>
            </a:r>
            <a:br>
              <a:rPr lang="en-US"/>
            </a:br>
            <a:r>
              <a:rPr lang="en-US" b="1"/>
              <a:t>7PM: </a:t>
            </a:r>
            <a:r>
              <a:rPr lang="en-US" err="1"/>
              <a:t>Modernising</a:t>
            </a:r>
            <a:r>
              <a:rPr lang="en-US"/>
              <a:t> Kubernetes access at Booking: A journey from SSO to OIDC - </a:t>
            </a:r>
            <a:r>
              <a:rPr lang="en-US" b="1"/>
              <a:t>Milap </a:t>
            </a:r>
            <a:r>
              <a:rPr lang="en-US" b="1" err="1"/>
              <a:t>Anwani</a:t>
            </a:r>
            <a:br>
              <a:rPr lang="en-US"/>
            </a:br>
            <a:r>
              <a:rPr lang="en-US"/>
              <a:t>Break!</a:t>
            </a:r>
            <a:br>
              <a:rPr lang="en-US"/>
            </a:br>
            <a:r>
              <a:rPr lang="en-US"/>
              <a:t>~</a:t>
            </a:r>
            <a:r>
              <a:rPr lang="en-US" b="1"/>
              <a:t>8PM: </a:t>
            </a:r>
            <a:r>
              <a:rPr lang="en-GB"/>
              <a:t>AI-Powered client-go Upgrades with Usage-First Scanning - </a:t>
            </a:r>
            <a:r>
              <a:rPr lang="en-GB" b="1"/>
              <a:t>Sachin Sachdeva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GB" b="1"/>
              <a:t>~8:30PM: </a:t>
            </a:r>
            <a:r>
              <a:rPr lang="en-GB"/>
              <a:t>Lightning Talks! </a:t>
            </a:r>
            <a:endParaRPr lang="en-GB" b="1"/>
          </a:p>
          <a:p>
            <a:pPr marL="114300" indent="0">
              <a:buNone/>
            </a:pPr>
            <a:endParaRPr lang="en-US" i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5609D1-5B57-73B1-554C-BE84059F2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508" y="0"/>
            <a:ext cx="1562492" cy="2244781"/>
          </a:xfrm>
          <a:prstGeom prst="rect">
            <a:avLst/>
          </a:prstGeom>
        </p:spPr>
      </p:pic>
      <p:pic>
        <p:nvPicPr>
          <p:cNvPr id="5" name="Picture 4" descr="Contact us - Morson Edge">
            <a:extLst>
              <a:ext uri="{FF2B5EF4-FFF2-40B4-BE49-F238E27FC236}">
                <a16:creationId xmlns:a16="http://schemas.microsoft.com/office/drawing/2014/main" id="{2C81A798-4913-576D-304A-A916F45AB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943" y="4438872"/>
            <a:ext cx="4064546" cy="469963"/>
          </a:xfrm>
          <a:prstGeom prst="rect">
            <a:avLst/>
          </a:prstGeom>
        </p:spPr>
      </p:pic>
      <p:pic>
        <p:nvPicPr>
          <p:cNvPr id="6" name="Google Shape;62;p14" title="main_logo.png">
            <a:extLst>
              <a:ext uri="{FF2B5EF4-FFF2-40B4-BE49-F238E27FC236}">
                <a16:creationId xmlns:a16="http://schemas.microsoft.com/office/drawing/2014/main" id="{1CC6078A-B04A-5E57-43DA-179055CA4C0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450" y="4088014"/>
            <a:ext cx="3925241" cy="10546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9601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114300">
              <a:buClr>
                <a:schemeClr val="dk2"/>
              </a:buClr>
              <a:buSzPts val="1800"/>
            </a:pPr>
            <a:r>
              <a:rPr lang="en-US" err="1"/>
              <a:t>Modernising</a:t>
            </a:r>
            <a:r>
              <a:rPr lang="en-US"/>
              <a:t> Kubernetes access at Booking: A journey from SSO to OIDC</a:t>
            </a:r>
            <a:br>
              <a:rPr lang="en-US"/>
            </a:br>
            <a:r>
              <a:rPr lang="en-US"/>
              <a:t> </a:t>
            </a:r>
            <a:br>
              <a:rPr lang="en-US"/>
            </a:br>
            <a:br>
              <a:rPr lang="en-US"/>
            </a:br>
            <a:r>
              <a:rPr lang="en-US" b="1"/>
              <a:t>Milap </a:t>
            </a:r>
            <a:r>
              <a:rPr lang="en-US" b="1" err="1"/>
              <a:t>Anwani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0276C1C-655B-7218-7817-23AB59EC9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2C7F03E6-33FE-6DFC-9C5E-0B338B5B383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69973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Second talk starting at 7:50PM</a:t>
            </a:r>
            <a:endParaRPr/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7F3D5E98-A012-699D-B73F-62B88A803F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6822" y="3535186"/>
            <a:ext cx="8520600" cy="1080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/>
              <a:t>Cloud Native Manchester Sponsored by</a:t>
            </a:r>
          </a:p>
          <a:p>
            <a:pPr marL="0" lvl="0" indent="0"/>
            <a:endParaRPr/>
          </a:p>
        </p:txBody>
      </p:sp>
      <p:pic>
        <p:nvPicPr>
          <p:cNvPr id="4" name="Picture 3" descr="Contact us - Morson Edge">
            <a:extLst>
              <a:ext uri="{FF2B5EF4-FFF2-40B4-BE49-F238E27FC236}">
                <a16:creationId xmlns:a16="http://schemas.microsoft.com/office/drawing/2014/main" id="{826E38D0-7725-44BF-E77C-F7E41CE37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943" y="4438872"/>
            <a:ext cx="4064546" cy="469963"/>
          </a:xfrm>
          <a:prstGeom prst="rect">
            <a:avLst/>
          </a:prstGeom>
        </p:spPr>
      </p:pic>
      <p:pic>
        <p:nvPicPr>
          <p:cNvPr id="6" name="Google Shape;62;p14" title="main_logo.png">
            <a:extLst>
              <a:ext uri="{FF2B5EF4-FFF2-40B4-BE49-F238E27FC236}">
                <a16:creationId xmlns:a16="http://schemas.microsoft.com/office/drawing/2014/main" id="{197F40C0-5EE9-54C0-794D-D8403B93404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450" y="4088014"/>
            <a:ext cx="3925241" cy="10546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5509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6028618-F362-07D3-4A6E-A3810A16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E9B16A76-BA9E-05C1-9364-11313A2E08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200063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00"/>
                </a:highlight>
              </a:rPr>
              <a:t>Please take your seats</a:t>
            </a:r>
            <a:br>
              <a:rPr lang="en-GB">
                <a:highlight>
                  <a:srgbClr val="FFFF00"/>
                </a:highlight>
              </a:rPr>
            </a:br>
            <a:br>
              <a:rPr lang="en-GB">
                <a:highlight>
                  <a:srgbClr val="FFFF00"/>
                </a:highlight>
              </a:rPr>
            </a:br>
            <a:r>
              <a:rPr lang="en-GB" sz="4900">
                <a:highlight>
                  <a:srgbClr val="FFFF00"/>
                </a:highlight>
              </a:rPr>
              <a:t>Getting started in a few moments!</a:t>
            </a:r>
            <a:endParaRPr>
              <a:highlight>
                <a:srgbClr val="FFFF00"/>
              </a:highlight>
            </a:endParaRPr>
          </a:p>
        </p:txBody>
      </p:sp>
      <p:pic>
        <p:nvPicPr>
          <p:cNvPr id="3" name="Picture 2" descr="Contact us - Morson Edge">
            <a:extLst>
              <a:ext uri="{FF2B5EF4-FFF2-40B4-BE49-F238E27FC236}">
                <a16:creationId xmlns:a16="http://schemas.microsoft.com/office/drawing/2014/main" id="{D7EF34A0-CF5B-892E-F670-FEB033A9B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943" y="4438872"/>
            <a:ext cx="4064546" cy="469963"/>
          </a:xfrm>
          <a:prstGeom prst="rect">
            <a:avLst/>
          </a:prstGeom>
        </p:spPr>
      </p:pic>
      <p:pic>
        <p:nvPicPr>
          <p:cNvPr id="4" name="Google Shape;62;p14" title="main_logo.png">
            <a:extLst>
              <a:ext uri="{FF2B5EF4-FFF2-40B4-BE49-F238E27FC236}">
                <a16:creationId xmlns:a16="http://schemas.microsoft.com/office/drawing/2014/main" id="{FAB9368D-A818-4994-D365-3F47B446CE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450" y="4088014"/>
            <a:ext cx="3925241" cy="10546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8125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114300">
              <a:lnSpc>
                <a:spcPct val="150000"/>
              </a:lnSpc>
            </a:pPr>
            <a:r>
              <a:rPr lang="en-GB"/>
              <a:t>AI-Powered client-go Upgrades with Usage-First Scanning</a:t>
            </a:r>
            <a:br>
              <a:rPr lang="en-GB"/>
            </a:br>
            <a:br>
              <a:rPr lang="en-GB"/>
            </a:br>
            <a:r>
              <a:rPr lang="en-GB" b="1"/>
              <a:t>Sachin Sachdeva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52981DD-31B0-C854-B993-8FF026DE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1B9F5037-F4D2-12A6-E9DB-DB1092AA856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69973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GB"/>
              <a:t>Quick Break</a:t>
            </a:r>
            <a:endParaRPr lang="en-US"/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6D9682A4-27B5-9615-A50C-4B7345DD478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6822" y="3535186"/>
            <a:ext cx="8520600" cy="1080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/>
              <a:t>Cloud Native Manchester Sponsored by</a:t>
            </a:r>
          </a:p>
          <a:p>
            <a:pPr marL="0" lvl="0" indent="0"/>
            <a:endParaRPr/>
          </a:p>
        </p:txBody>
      </p:sp>
      <p:pic>
        <p:nvPicPr>
          <p:cNvPr id="4" name="Picture 3" descr="Contact us - Morson Edge">
            <a:extLst>
              <a:ext uri="{FF2B5EF4-FFF2-40B4-BE49-F238E27FC236}">
                <a16:creationId xmlns:a16="http://schemas.microsoft.com/office/drawing/2014/main" id="{F7174C31-9A65-4CD9-9BAB-56CD6A85C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943" y="4438872"/>
            <a:ext cx="4064546" cy="469963"/>
          </a:xfrm>
          <a:prstGeom prst="rect">
            <a:avLst/>
          </a:prstGeom>
        </p:spPr>
      </p:pic>
      <p:pic>
        <p:nvPicPr>
          <p:cNvPr id="6" name="Google Shape;62;p14" title="main_logo.png">
            <a:extLst>
              <a:ext uri="{FF2B5EF4-FFF2-40B4-BE49-F238E27FC236}">
                <a16:creationId xmlns:a16="http://schemas.microsoft.com/office/drawing/2014/main" id="{2F308516-B9C1-C0FE-6EE0-0E4BC73E458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450" y="4088014"/>
            <a:ext cx="3925241" cy="10546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0998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90CE868-7B6D-E2C1-1261-07D494E98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296F34C7-CD39-43D7-A9D0-6B0E53ABB77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200063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00"/>
                </a:highlight>
              </a:rPr>
              <a:t>Please take your seats</a:t>
            </a:r>
            <a:br>
              <a:rPr lang="en-GB">
                <a:highlight>
                  <a:srgbClr val="FFFF00"/>
                </a:highlight>
              </a:rPr>
            </a:br>
            <a:br>
              <a:rPr lang="en-GB">
                <a:highlight>
                  <a:srgbClr val="FFFF00"/>
                </a:highlight>
              </a:rPr>
            </a:br>
            <a:r>
              <a:rPr lang="en-GB" sz="4900">
                <a:highlight>
                  <a:srgbClr val="FFFF00"/>
                </a:highlight>
              </a:rPr>
              <a:t>Getting started in a few moments!</a:t>
            </a:r>
            <a:endParaRPr>
              <a:highlight>
                <a:srgbClr val="FFFF00"/>
              </a:highlight>
            </a:endParaRPr>
          </a:p>
        </p:txBody>
      </p:sp>
      <p:pic>
        <p:nvPicPr>
          <p:cNvPr id="3" name="Picture 2" descr="Contact us - Morson Edge">
            <a:extLst>
              <a:ext uri="{FF2B5EF4-FFF2-40B4-BE49-F238E27FC236}">
                <a16:creationId xmlns:a16="http://schemas.microsoft.com/office/drawing/2014/main" id="{923AA1BD-F3D7-4D74-D503-3CCB6EBAC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943" y="4438872"/>
            <a:ext cx="4064546" cy="469963"/>
          </a:xfrm>
          <a:prstGeom prst="rect">
            <a:avLst/>
          </a:prstGeom>
        </p:spPr>
      </p:pic>
      <p:pic>
        <p:nvPicPr>
          <p:cNvPr id="4" name="Google Shape;62;p14" title="main_logo.png">
            <a:extLst>
              <a:ext uri="{FF2B5EF4-FFF2-40B4-BE49-F238E27FC236}">
                <a16:creationId xmlns:a16="http://schemas.microsoft.com/office/drawing/2014/main" id="{3134E1D4-3FD5-3517-DC31-28E22EBD119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450" y="4088014"/>
            <a:ext cx="3925241" cy="10546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0496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6214351F-ACF5-322B-E015-B411A21F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DD72B081-C188-4EC9-36F2-4EF975D40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>
              <a:lnSpc>
                <a:spcPct val="150000"/>
              </a:lnSpc>
            </a:pPr>
            <a:r>
              <a:rPr lang="en-GB" sz="4000" b="1"/>
              <a:t>Lightning Talks</a:t>
            </a:r>
          </a:p>
        </p:txBody>
      </p:sp>
    </p:spTree>
    <p:extLst>
      <p:ext uri="{BB962C8B-B14F-4D97-AF65-F5344CB8AC3E}">
        <p14:creationId xmlns:p14="http://schemas.microsoft.com/office/powerpoint/2010/main" val="2034653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See you next time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08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GB" b="1"/>
              <a:t>Lightning talks: come find us in person or register via email</a:t>
            </a:r>
          </a:p>
          <a:p>
            <a:pPr marL="0" indent="0">
              <a:lnSpc>
                <a:spcPct val="114999"/>
              </a:lnSpc>
              <a:buNone/>
            </a:pPr>
            <a:endParaRPr lang="en-GB"/>
          </a:p>
          <a:p>
            <a:pPr marL="0" indent="0">
              <a:lnSpc>
                <a:spcPct val="114999"/>
              </a:lnSpc>
              <a:buNone/>
            </a:pPr>
            <a:r>
              <a:rPr lang="en-GB"/>
              <a:t>Sponsors and longer talks always needed so please reach out: </a:t>
            </a:r>
            <a:endParaRPr/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GB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contact@cloudnativemcr.co.uk</a:t>
            </a:r>
            <a:r>
              <a:rPr lang="en-GB"/>
              <a:t> </a:t>
            </a:r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GB"/>
              <a:t>OR </a:t>
            </a:r>
            <a:r>
              <a:rPr lang="en-GB">
                <a:hlinkClick r:id="rId4"/>
              </a:rPr>
              <a:t>https://sessionize.com/manchester-cloud-native-meetup/</a:t>
            </a:r>
            <a:endParaRPr lang="en-GB"/>
          </a:p>
          <a:p>
            <a:pPr marL="0" indent="0">
              <a:spcBef>
                <a:spcPts val="1200"/>
              </a:spcBef>
              <a:buNone/>
            </a:pPr>
            <a:endParaRPr lang="en-GB"/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/>
              <a:t>Please register on the CNCF site: </a:t>
            </a:r>
            <a:r>
              <a:rPr lang="en-GB">
                <a:hlinkClick r:id="rId5"/>
              </a:rPr>
              <a:t>https://community.cncf.io/cloud-native-manchester/</a:t>
            </a:r>
            <a:endParaRPr lang="en-GB"/>
          </a:p>
          <a:p>
            <a:pPr marL="0" indent="0">
              <a:spcBef>
                <a:spcPts val="1200"/>
              </a:spcBef>
              <a:buNone/>
            </a:pPr>
            <a:r>
              <a:rPr lang="en-GB"/>
              <a:t>CNCF Slack: </a:t>
            </a:r>
            <a:r>
              <a:rPr lang="en-GB">
                <a:hlinkClick r:id="rId6"/>
              </a:rPr>
              <a:t>https://cloud-native.slack.com/archives/CJA8M2HCJ</a:t>
            </a:r>
            <a:r>
              <a:rPr lang="en-GB"/>
              <a:t> </a:t>
            </a:r>
          </a:p>
          <a:p>
            <a:pPr marL="0" indent="0">
              <a:spcBef>
                <a:spcPts val="1200"/>
              </a:spcBef>
              <a:buNone/>
            </a:pPr>
            <a:endParaRPr lang="en-GB"/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/>
              <a:t>Next Manchester meetup: </a:t>
            </a:r>
            <a:r>
              <a:rPr lang="en-GB" b="1"/>
              <a:t>19th November @ Morson-Edge Bonded Warehouse</a:t>
            </a:r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9DB3EB-3FF6-E6AA-3C94-E3AAC2544E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8323" y="180126"/>
            <a:ext cx="1562492" cy="22447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Simple Light</vt:lpstr>
      <vt:lpstr>Cloud Native Manchester  September 2026</vt:lpstr>
      <vt:lpstr>Please take your seats  Getting started in a few moments!</vt:lpstr>
      <vt:lpstr>Announcements</vt:lpstr>
      <vt:lpstr>Lightning Talks</vt:lpstr>
      <vt:lpstr>Sponsor: Morson Edge</vt:lpstr>
      <vt:lpstr>Sponsor: Valarian</vt:lpstr>
      <vt:lpstr>Agenda</vt:lpstr>
      <vt:lpstr>Modernising Kubernetes access at Booking: A journey from SSO to OIDC    Milap Anwani</vt:lpstr>
      <vt:lpstr>Second talk starting at 7:50PM</vt:lpstr>
      <vt:lpstr>Please take your seats  Getting started in a few moments!</vt:lpstr>
      <vt:lpstr>AI-Powered client-go Upgrades with Usage-First Scanning  Sachin Sachdeva</vt:lpstr>
      <vt:lpstr>Quick Break</vt:lpstr>
      <vt:lpstr>Please take your seats  Getting started in a few moments!</vt:lpstr>
      <vt:lpstr>Lightning Talks</vt:lpstr>
      <vt:lpstr>See you 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2026-09-17T18:35:59Z</dcterms:modified>
</cp:coreProperties>
</file>