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a59b78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a59b78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a59b78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a59b78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7a59b783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7a59b78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7a59b783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7a59b78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a59b783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a59b78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mmunity.cncf.io/events/details/cncf-cloud-native-manchester-presents-cloud-native-february/" TargetMode="External"/><Relationship Id="rId4" Type="http://schemas.openxmlformats.org/officeDocument/2006/relationships/hyperlink" Target="mailto:contact@cloudnativemcr.co.uk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elemetryforge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contact@cloudnativemcr.co.uk" TargetMode="External"/><Relationship Id="rId4" Type="http://schemas.openxmlformats.org/officeDocument/2006/relationships/hyperlink" Target="https://community.cncf.io/events/details/cncf-cloud-native-manchester-presents-cloud-native-february/" TargetMode="External"/><Relationship Id="rId5" Type="http://schemas.openxmlformats.org/officeDocument/2006/relationships/hyperlink" Target="https://www.meetup.com/cloudnativeglasgow/events/313280028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Native Meetup February 2026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Sponsored by Telemetry Forge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325" y="3626721"/>
            <a:ext cx="5027350" cy="9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Announcements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Official CNCF meetup now, please “mark attendance” there: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https://community.cncf.io/events/details/cncf-cloud-native-manchester-presents-cloud-native-february/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Next Manchester meetup: April 15th at Bonded Warehouse again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Will run via the CNCF event with the meetup page as well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Sponsors, talks needed so please reach out: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contact@cloudnativemcr.co.uk</a:t>
            </a:r>
            <a:r>
              <a:rPr lang="en-GB"/>
              <a:t> 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7500" y="0"/>
            <a:ext cx="2116500" cy="21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Sponsor: Telemetry Forge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https://telemetryforge.io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Bespoke </a:t>
            </a:r>
            <a:r>
              <a:rPr lang="en-GB"/>
              <a:t>software</a:t>
            </a:r>
            <a:r>
              <a:rPr lang="en-GB"/>
              <a:t> consultancy with a focus on observability.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Pragmatic approaches to build the telemetry platform (or anything else) you actually want.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Founded by core maintainers of Fluent Bit, many years of experience in the domain.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450" y="0"/>
            <a:ext cx="2223550" cy="22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325" y="3626721"/>
            <a:ext cx="5027350" cy="9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aking cloud-native stream processing mundane with Bento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software supply chain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you next time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Sponsors, talks needed so please reach out: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contact@cloudnativemcr.co.uk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Please register on the CNCF side: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https://community.cncf.io/events/details/cncf-cloud-native-manchester-presents-cloud-native-february/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Next Manchester meetup: April 15th at Bonded Warehouse again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Glasgow meetup: March 12th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https://www.meetup.com/cloudnativeglasgow/events/313280028</a:t>
            </a:r>
            <a:r>
              <a:rPr lang="en-GB"/>
              <a:t> 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7500" y="0"/>
            <a:ext cx="2116500" cy="21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