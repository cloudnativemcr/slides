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4" r:id="rId3"/>
    <p:sldId id="257" r:id="rId4"/>
    <p:sldId id="258" r:id="rId5"/>
    <p:sldId id="262" r:id="rId6"/>
    <p:sldId id="263" r:id="rId7"/>
    <p:sldId id="259" r:id="rId8"/>
    <p:sldId id="266" r:id="rId9"/>
    <p:sldId id="265" r:id="rId10"/>
    <p:sldId id="260" r:id="rId11"/>
    <p:sldId id="261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CD0019-EB3C-3A40-A1A8-75BC7F0EB30D}" v="48" dt="2026-04-15T13:47:35.064"/>
    <p1510:client id="{69740E21-87AB-4768-243F-B2B47DCD9F27}" v="15" dt="2026-04-15T13:39:29.276"/>
    <p1510:client id="{DA0C76C4-22C7-B526-27AA-8E6E48E64D8F}" v="8" dt="2026-04-15T12:15:38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0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69740E21-87AB-4768-243F-B2B47DCD9F27}"/>
    <pc:docChg chg="modSld">
      <pc:chgData name="Guest User" userId="" providerId="Windows Live" clId="Web-{69740E21-87AB-4768-243F-B2B47DCD9F27}" dt="2026-04-15T13:39:29.276" v="16" actId="20577"/>
      <pc:docMkLst>
        <pc:docMk/>
      </pc:docMkLst>
      <pc:sldChg chg="modSp">
        <pc:chgData name="Guest User" userId="" providerId="Windows Live" clId="Web-{69740E21-87AB-4768-243F-B2B47DCD9F27}" dt="2026-04-15T13:39:29.276" v="16" actId="20577"/>
        <pc:sldMkLst>
          <pc:docMk/>
          <pc:sldMk cId="0" sldId="261"/>
        </pc:sldMkLst>
        <pc:spChg chg="mod">
          <ac:chgData name="Guest User" userId="" providerId="Windows Live" clId="Web-{69740E21-87AB-4768-243F-B2B47DCD9F27}" dt="2026-04-15T13:39:29.276" v="16" actId="20577"/>
          <ac:spMkLst>
            <pc:docMk/>
            <pc:sldMk cId="0" sldId="261"/>
            <ac:spMk id="87" creationId="{00000000-0000-0000-0000-000000000000}"/>
          </ac:spMkLst>
        </pc:spChg>
      </pc:sldChg>
    </pc:docChg>
  </pc:docChgLst>
  <pc:docChgLst>
    <pc:chgData name="Guest User" providerId="Windows Live" clId="Web-{DA0C76C4-22C7-B526-27AA-8E6E48E64D8F}"/>
    <pc:docChg chg="modSld">
      <pc:chgData name="Guest User" userId="" providerId="Windows Live" clId="Web-{DA0C76C4-22C7-B526-27AA-8E6E48E64D8F}" dt="2026-04-15T12:15:38.830" v="8" actId="20577"/>
      <pc:docMkLst>
        <pc:docMk/>
      </pc:docMkLst>
      <pc:sldChg chg="modSp">
        <pc:chgData name="Guest User" userId="" providerId="Windows Live" clId="Web-{DA0C76C4-22C7-B526-27AA-8E6E48E64D8F}" dt="2026-04-15T12:15:38.830" v="8" actId="20577"/>
        <pc:sldMkLst>
          <pc:docMk/>
          <pc:sldMk cId="0" sldId="257"/>
        </pc:sldMkLst>
        <pc:spChg chg="mod">
          <ac:chgData name="Guest User" userId="" providerId="Windows Live" clId="Web-{DA0C76C4-22C7-B526-27AA-8E6E48E64D8F}" dt="2026-04-15T12:15:38.830" v="8" actId="20577"/>
          <ac:spMkLst>
            <pc:docMk/>
            <pc:sldMk cId="0" sldId="257"/>
            <ac:spMk id="62" creationId="{00000000-0000-0000-0000-000000000000}"/>
          </ac:spMkLst>
        </pc:spChg>
      </pc:sldChg>
    </pc:docChg>
  </pc:docChgLst>
  <pc:docChgLst>
    <pc:chgData name="Tom Riley" userId="99c8168620f4c637" providerId="LiveId" clId="{E760D5B6-80BC-5CA3-9D97-43479FBFD418}"/>
    <pc:docChg chg="undo custSel addSld delSld modSld sldOrd">
      <pc:chgData name="Tom Riley" userId="99c8168620f4c637" providerId="LiveId" clId="{E760D5B6-80BC-5CA3-9D97-43479FBFD418}" dt="2026-04-15T18:47:15.463" v="1050" actId="20577"/>
      <pc:docMkLst>
        <pc:docMk/>
      </pc:docMkLst>
      <pc:sldChg chg="addSp delSp modSp mod">
        <pc:chgData name="Tom Riley" userId="99c8168620f4c637" providerId="LiveId" clId="{E760D5B6-80BC-5CA3-9D97-43479FBFD418}" dt="2026-04-15T12:22:55.617" v="830" actId="14100"/>
        <pc:sldMkLst>
          <pc:docMk/>
          <pc:sldMk cId="0" sldId="256"/>
        </pc:sldMkLst>
        <pc:spChg chg="add mod">
          <ac:chgData name="Tom Riley" userId="99c8168620f4c637" providerId="LiveId" clId="{E760D5B6-80BC-5CA3-9D97-43479FBFD418}" dt="2026-04-15T11:37:04.552" v="611" actId="114"/>
          <ac:spMkLst>
            <pc:docMk/>
            <pc:sldMk cId="0" sldId="256"/>
            <ac:spMk id="7" creationId="{F18C0B6F-7C94-FBB3-35B9-B32C9EB2E963}"/>
          </ac:spMkLst>
        </pc:spChg>
        <pc:spChg chg="mod">
          <ac:chgData name="Tom Riley" userId="99c8168620f4c637" providerId="LiveId" clId="{E760D5B6-80BC-5CA3-9D97-43479FBFD418}" dt="2026-04-15T11:37:26.778" v="614" actId="1076"/>
          <ac:spMkLst>
            <pc:docMk/>
            <pc:sldMk cId="0" sldId="256"/>
            <ac:spMk id="54" creationId="{00000000-0000-0000-0000-000000000000}"/>
          </ac:spMkLst>
        </pc:spChg>
        <pc:spChg chg="mod">
          <ac:chgData name="Tom Riley" userId="99c8168620f4c637" providerId="LiveId" clId="{E760D5B6-80BC-5CA3-9D97-43479FBFD418}" dt="2026-04-15T12:20:22.777" v="699" actId="20577"/>
          <ac:spMkLst>
            <pc:docMk/>
            <pc:sldMk cId="0" sldId="256"/>
            <ac:spMk id="55" creationId="{00000000-0000-0000-0000-000000000000}"/>
          </ac:spMkLst>
        </pc:spChg>
        <pc:picChg chg="add mod">
          <ac:chgData name="Tom Riley" userId="99c8168620f4c637" providerId="LiveId" clId="{E760D5B6-80BC-5CA3-9D97-43479FBFD418}" dt="2026-04-15T11:28:33.063" v="210" actId="1076"/>
          <ac:picMkLst>
            <pc:docMk/>
            <pc:sldMk cId="0" sldId="256"/>
            <ac:picMk id="2" creationId="{3F1E877A-BC95-0AB6-0E1A-6AA9A725AFDC}"/>
          </ac:picMkLst>
        </pc:picChg>
        <pc:picChg chg="add del">
          <ac:chgData name="Tom Riley" userId="99c8168620f4c637" providerId="LiveId" clId="{E760D5B6-80BC-5CA3-9D97-43479FBFD418}" dt="2026-04-15T11:04:12.659" v="41" actId="22"/>
          <ac:picMkLst>
            <pc:docMk/>
            <pc:sldMk cId="0" sldId="256"/>
            <ac:picMk id="3" creationId="{85DEE86B-C7D8-AE08-367B-92B6507B6B86}"/>
          </ac:picMkLst>
        </pc:picChg>
        <pc:picChg chg="add mod">
          <ac:chgData name="Tom Riley" userId="99c8168620f4c637" providerId="LiveId" clId="{E760D5B6-80BC-5CA3-9D97-43479FBFD418}" dt="2026-04-15T11:28:36.250" v="212" actId="1076"/>
          <ac:picMkLst>
            <pc:docMk/>
            <pc:sldMk cId="0" sldId="256"/>
            <ac:picMk id="5" creationId="{7ADA7C10-56D6-B740-F9BC-17E4C06A1C3E}"/>
          </ac:picMkLst>
        </pc:picChg>
        <pc:picChg chg="add del mod">
          <ac:chgData name="Tom Riley" userId="99c8168620f4c637" providerId="LiveId" clId="{E760D5B6-80BC-5CA3-9D97-43479FBFD418}" dt="2026-04-15T11:28:54.219" v="221" actId="478"/>
          <ac:picMkLst>
            <pc:docMk/>
            <pc:sldMk cId="0" sldId="256"/>
            <ac:picMk id="6" creationId="{8C0AE018-2B0E-9278-E223-139E5F21DEE0}"/>
          </ac:picMkLst>
        </pc:picChg>
        <pc:picChg chg="add mod">
          <ac:chgData name="Tom Riley" userId="99c8168620f4c637" providerId="LiveId" clId="{E760D5B6-80BC-5CA3-9D97-43479FBFD418}" dt="2026-04-15T12:22:55.617" v="830" actId="14100"/>
          <ac:picMkLst>
            <pc:docMk/>
            <pc:sldMk cId="0" sldId="256"/>
            <ac:picMk id="8" creationId="{2BB69087-703C-A03A-52C0-10780B3EFBEC}"/>
          </ac:picMkLst>
        </pc:picChg>
        <pc:picChg chg="del">
          <ac:chgData name="Tom Riley" userId="99c8168620f4c637" providerId="LiveId" clId="{E760D5B6-80BC-5CA3-9D97-43479FBFD418}" dt="2026-04-15T11:02:54.292" v="33" actId="478"/>
          <ac:picMkLst>
            <pc:docMk/>
            <pc:sldMk cId="0" sldId="256"/>
            <ac:picMk id="56" creationId="{00000000-0000-0000-0000-000000000000}"/>
          </ac:picMkLst>
        </pc:picChg>
      </pc:sldChg>
      <pc:sldChg chg="addSp delSp modSp mod">
        <pc:chgData name="Tom Riley" userId="99c8168620f4c637" providerId="LiveId" clId="{E760D5B6-80BC-5CA3-9D97-43479FBFD418}" dt="2026-04-15T12:54:31.151" v="917" actId="113"/>
        <pc:sldMkLst>
          <pc:docMk/>
          <pc:sldMk cId="0" sldId="257"/>
        </pc:sldMkLst>
        <pc:spChg chg="mod">
          <ac:chgData name="Tom Riley" userId="99c8168620f4c637" providerId="LiveId" clId="{E760D5B6-80BC-5CA3-9D97-43479FBFD418}" dt="2026-04-15T12:54:31.151" v="917" actId="113"/>
          <ac:spMkLst>
            <pc:docMk/>
            <pc:sldMk cId="0" sldId="257"/>
            <ac:spMk id="62" creationId="{00000000-0000-0000-0000-000000000000}"/>
          </ac:spMkLst>
        </pc:spChg>
        <pc:picChg chg="add mod">
          <ac:chgData name="Tom Riley" userId="99c8168620f4c637" providerId="LiveId" clId="{E760D5B6-80BC-5CA3-9D97-43479FBFD418}" dt="2026-04-15T12:22:46.231" v="825" actId="1076"/>
          <ac:picMkLst>
            <pc:docMk/>
            <pc:sldMk cId="0" sldId="257"/>
            <ac:picMk id="2" creationId="{E713E86D-8694-8C5B-A130-B35E60A9A81D}"/>
          </ac:picMkLst>
        </pc:picChg>
        <pc:picChg chg="add mod">
          <ac:chgData name="Tom Riley" userId="99c8168620f4c637" providerId="LiveId" clId="{E760D5B6-80BC-5CA3-9D97-43479FBFD418}" dt="2026-04-15T11:29:15.758" v="222"/>
          <ac:picMkLst>
            <pc:docMk/>
            <pc:sldMk cId="0" sldId="257"/>
            <ac:picMk id="3" creationId="{B2AB768E-9099-05BB-FDBA-4F55DC05D362}"/>
          </ac:picMkLst>
        </pc:picChg>
        <pc:picChg chg="add mod">
          <ac:chgData name="Tom Riley" userId="99c8168620f4c637" providerId="LiveId" clId="{E760D5B6-80BC-5CA3-9D97-43479FBFD418}" dt="2026-04-15T11:29:15.758" v="222"/>
          <ac:picMkLst>
            <pc:docMk/>
            <pc:sldMk cId="0" sldId="257"/>
            <ac:picMk id="4" creationId="{32D79903-00B9-B394-DD61-D423F5EBD815}"/>
          </ac:picMkLst>
        </pc:picChg>
        <pc:picChg chg="del">
          <ac:chgData name="Tom Riley" userId="99c8168620f4c637" providerId="LiveId" clId="{E760D5B6-80BC-5CA3-9D97-43479FBFD418}" dt="2026-04-15T11:27:49.118" v="200" actId="478"/>
          <ac:picMkLst>
            <pc:docMk/>
            <pc:sldMk cId="0" sldId="257"/>
            <ac:picMk id="63" creationId="{00000000-0000-0000-0000-000000000000}"/>
          </ac:picMkLst>
        </pc:picChg>
      </pc:sldChg>
      <pc:sldChg chg="addSp delSp modSp mod modNotesTx">
        <pc:chgData name="Tom Riley" userId="99c8168620f4c637" providerId="LiveId" clId="{E760D5B6-80BC-5CA3-9D97-43479FBFD418}" dt="2026-04-15T12:21:35.967" v="749" actId="20577"/>
        <pc:sldMkLst>
          <pc:docMk/>
          <pc:sldMk cId="0" sldId="258"/>
        </pc:sldMkLst>
        <pc:spChg chg="mod">
          <ac:chgData name="Tom Riley" userId="99c8168620f4c637" providerId="LiveId" clId="{E760D5B6-80BC-5CA3-9D97-43479FBFD418}" dt="2026-04-15T11:29:23.662" v="233" actId="20577"/>
          <ac:spMkLst>
            <pc:docMk/>
            <pc:sldMk cId="0" sldId="258"/>
            <ac:spMk id="68" creationId="{00000000-0000-0000-0000-000000000000}"/>
          </ac:spMkLst>
        </pc:spChg>
        <pc:spChg chg="mod">
          <ac:chgData name="Tom Riley" userId="99c8168620f4c637" providerId="LiveId" clId="{E760D5B6-80BC-5CA3-9D97-43479FBFD418}" dt="2026-04-15T11:34:44.769" v="538" actId="20577"/>
          <ac:spMkLst>
            <pc:docMk/>
            <pc:sldMk cId="0" sldId="258"/>
            <ac:spMk id="69" creationId="{00000000-0000-0000-0000-000000000000}"/>
          </ac:spMkLst>
        </pc:spChg>
        <pc:picChg chg="add mod">
          <ac:chgData name="Tom Riley" userId="99c8168620f4c637" providerId="LiveId" clId="{E760D5B6-80BC-5CA3-9D97-43479FBFD418}" dt="2026-04-15T11:33:11.472" v="467" actId="1076"/>
          <ac:picMkLst>
            <pc:docMk/>
            <pc:sldMk cId="0" sldId="258"/>
            <ac:picMk id="2" creationId="{E49516C2-47D7-0AC6-07B5-A3F9F8FAFAAC}"/>
          </ac:picMkLst>
        </pc:picChg>
        <pc:picChg chg="del mod">
          <ac:chgData name="Tom Riley" userId="99c8168620f4c637" providerId="LiveId" clId="{E760D5B6-80BC-5CA3-9D97-43479FBFD418}" dt="2026-04-15T11:29:25.922" v="235" actId="478"/>
          <ac:picMkLst>
            <pc:docMk/>
            <pc:sldMk cId="0" sldId="258"/>
            <ac:picMk id="70" creationId="{00000000-0000-0000-0000-000000000000}"/>
          </ac:picMkLst>
        </pc:picChg>
        <pc:picChg chg="del">
          <ac:chgData name="Tom Riley" userId="99c8168620f4c637" providerId="LiveId" clId="{E760D5B6-80BC-5CA3-9D97-43479FBFD418}" dt="2026-04-15T11:29:41.563" v="239" actId="478"/>
          <ac:picMkLst>
            <pc:docMk/>
            <pc:sldMk cId="0" sldId="258"/>
            <ac:picMk id="71" creationId="{00000000-0000-0000-0000-000000000000}"/>
          </ac:picMkLst>
        </pc:picChg>
      </pc:sldChg>
      <pc:sldChg chg="modSp mod modNotes">
        <pc:chgData name="Tom Riley" userId="99c8168620f4c637" providerId="LiveId" clId="{E760D5B6-80BC-5CA3-9D97-43479FBFD418}" dt="2026-04-15T11:39:13.480" v="660" actId="113"/>
        <pc:sldMkLst>
          <pc:docMk/>
          <pc:sldMk cId="0" sldId="259"/>
        </pc:sldMkLst>
        <pc:spChg chg="mod">
          <ac:chgData name="Tom Riley" userId="99c8168620f4c637" providerId="LiveId" clId="{E760D5B6-80BC-5CA3-9D97-43479FBFD418}" dt="2026-04-15T11:39:13.480" v="660" actId="113"/>
          <ac:spMkLst>
            <pc:docMk/>
            <pc:sldMk cId="0" sldId="259"/>
            <ac:spMk id="76" creationId="{00000000-0000-0000-0000-000000000000}"/>
          </ac:spMkLst>
        </pc:spChg>
      </pc:sldChg>
      <pc:sldChg chg="modSp mod modNotes">
        <pc:chgData name="Tom Riley" userId="99c8168620f4c637" providerId="LiveId" clId="{E760D5B6-80BC-5CA3-9D97-43479FBFD418}" dt="2026-04-15T11:39:27.069" v="668" actId="113"/>
        <pc:sldMkLst>
          <pc:docMk/>
          <pc:sldMk cId="0" sldId="260"/>
        </pc:sldMkLst>
        <pc:spChg chg="mod">
          <ac:chgData name="Tom Riley" userId="99c8168620f4c637" providerId="LiveId" clId="{E760D5B6-80BC-5CA3-9D97-43479FBFD418}" dt="2026-04-15T11:39:27.069" v="668" actId="113"/>
          <ac:spMkLst>
            <pc:docMk/>
            <pc:sldMk cId="0" sldId="260"/>
            <ac:spMk id="81" creationId="{00000000-0000-0000-0000-000000000000}"/>
          </ac:spMkLst>
        </pc:spChg>
      </pc:sldChg>
      <pc:sldChg chg="addSp delSp modSp mod">
        <pc:chgData name="Tom Riley" userId="99c8168620f4c637" providerId="LiveId" clId="{E760D5B6-80BC-5CA3-9D97-43479FBFD418}" dt="2026-04-15T13:17:36.209" v="933" actId="20577"/>
        <pc:sldMkLst>
          <pc:docMk/>
          <pc:sldMk cId="0" sldId="261"/>
        </pc:sldMkLst>
        <pc:spChg chg="mod">
          <ac:chgData name="Tom Riley" userId="99c8168620f4c637" providerId="LiveId" clId="{E760D5B6-80BC-5CA3-9D97-43479FBFD418}" dt="2026-04-15T13:17:36.209" v="933" actId="20577"/>
          <ac:spMkLst>
            <pc:docMk/>
            <pc:sldMk cId="0" sldId="261"/>
            <ac:spMk id="87" creationId="{00000000-0000-0000-0000-000000000000}"/>
          </ac:spMkLst>
        </pc:spChg>
        <pc:picChg chg="add mod">
          <ac:chgData name="Tom Riley" userId="99c8168620f4c637" providerId="LiveId" clId="{E760D5B6-80BC-5CA3-9D97-43479FBFD418}" dt="2026-04-15T11:39:59.290" v="681"/>
          <ac:picMkLst>
            <pc:docMk/>
            <pc:sldMk cId="0" sldId="261"/>
            <ac:picMk id="2" creationId="{199DB3EB-3FF6-E6AA-3C94-E3AAC2544EDC}"/>
          </ac:picMkLst>
        </pc:picChg>
        <pc:picChg chg="del">
          <ac:chgData name="Tom Riley" userId="99c8168620f4c637" providerId="LiveId" clId="{E760D5B6-80BC-5CA3-9D97-43479FBFD418}" dt="2026-04-15T11:39:58.936" v="680" actId="478"/>
          <ac:picMkLst>
            <pc:docMk/>
            <pc:sldMk cId="0" sldId="261"/>
            <ac:picMk id="88" creationId="{00000000-0000-0000-0000-000000000000}"/>
          </ac:picMkLst>
        </pc:picChg>
      </pc:sldChg>
      <pc:sldChg chg="addSp delSp modSp add mod modNotesTx">
        <pc:chgData name="Tom Riley" userId="99c8168620f4c637" providerId="LiveId" clId="{E760D5B6-80BC-5CA3-9D97-43479FBFD418}" dt="2026-04-15T12:21:03.618" v="737" actId="20577"/>
        <pc:sldMkLst>
          <pc:docMk/>
          <pc:sldMk cId="3917041737" sldId="262"/>
        </pc:sldMkLst>
        <pc:spChg chg="mod">
          <ac:chgData name="Tom Riley" userId="99c8168620f4c637" providerId="LiveId" clId="{E760D5B6-80BC-5CA3-9D97-43479FBFD418}" dt="2026-04-15T12:20:33.484" v="701" actId="20577"/>
          <ac:spMkLst>
            <pc:docMk/>
            <pc:sldMk cId="3917041737" sldId="262"/>
            <ac:spMk id="68" creationId="{435BB5EA-FDB7-E540-BFF7-A8AC68C810DF}"/>
          </ac:spMkLst>
        </pc:spChg>
        <pc:spChg chg="mod">
          <ac:chgData name="Tom Riley" userId="99c8168620f4c637" providerId="LiveId" clId="{E760D5B6-80BC-5CA3-9D97-43479FBFD418}" dt="2026-04-15T12:21:03.618" v="737" actId="20577"/>
          <ac:spMkLst>
            <pc:docMk/>
            <pc:sldMk cId="3917041737" sldId="262"/>
            <ac:spMk id="69" creationId="{C66AD673-E4A7-6C65-DE2F-936EFE604ACB}"/>
          </ac:spMkLst>
        </pc:spChg>
        <pc:picChg chg="del">
          <ac:chgData name="Tom Riley" userId="99c8168620f4c637" providerId="LiveId" clId="{E760D5B6-80BC-5CA3-9D97-43479FBFD418}" dt="2026-04-15T11:31:59.734" v="348" actId="478"/>
          <ac:picMkLst>
            <pc:docMk/>
            <pc:sldMk cId="3917041737" sldId="262"/>
            <ac:picMk id="2" creationId="{20A13B91-14F3-23BB-1CC4-61FEB041257B}"/>
          </ac:picMkLst>
        </pc:picChg>
        <pc:picChg chg="add mod">
          <ac:chgData name="Tom Riley" userId="99c8168620f4c637" providerId="LiveId" clId="{E760D5B6-80BC-5CA3-9D97-43479FBFD418}" dt="2026-04-15T11:33:13.556" v="468" actId="1076"/>
          <ac:picMkLst>
            <pc:docMk/>
            <pc:sldMk cId="3917041737" sldId="262"/>
            <ac:picMk id="3" creationId="{DE95B486-60C3-C977-386C-C6EF99006F07}"/>
          </ac:picMkLst>
        </pc:picChg>
      </pc:sldChg>
      <pc:sldChg chg="addSp modSp add mod ord">
        <pc:chgData name="Tom Riley" userId="99c8168620f4c637" providerId="LiveId" clId="{E760D5B6-80BC-5CA3-9D97-43479FBFD418}" dt="2026-04-15T13:16:55" v="925" actId="114"/>
        <pc:sldMkLst>
          <pc:docMk/>
          <pc:sldMk cId="4269601640" sldId="263"/>
        </pc:sldMkLst>
        <pc:spChg chg="add mod">
          <ac:chgData name="Tom Riley" userId="99c8168620f4c637" providerId="LiveId" clId="{E760D5B6-80BC-5CA3-9D97-43479FBFD418}" dt="2026-04-15T11:38:13.405" v="629" actId="21"/>
          <ac:spMkLst>
            <pc:docMk/>
            <pc:sldMk cId="4269601640" sldId="263"/>
            <ac:spMk id="5" creationId="{8555EE6F-5928-3816-4945-77D273A0D075}"/>
          </ac:spMkLst>
        </pc:spChg>
        <pc:spChg chg="mod">
          <ac:chgData name="Tom Riley" userId="99c8168620f4c637" providerId="LiveId" clId="{E760D5B6-80BC-5CA3-9D97-43479FBFD418}" dt="2026-04-15T11:37:59.822" v="626" actId="20577"/>
          <ac:spMkLst>
            <pc:docMk/>
            <pc:sldMk cId="4269601640" sldId="263"/>
            <ac:spMk id="61" creationId="{FE6CA79E-62A4-4E07-84B6-9D3CCBC2A7A6}"/>
          </ac:spMkLst>
        </pc:spChg>
        <pc:spChg chg="mod">
          <ac:chgData name="Tom Riley" userId="99c8168620f4c637" providerId="LiveId" clId="{E760D5B6-80BC-5CA3-9D97-43479FBFD418}" dt="2026-04-15T13:16:55" v="925" actId="114"/>
          <ac:spMkLst>
            <pc:docMk/>
            <pc:sldMk cId="4269601640" sldId="263"/>
            <ac:spMk id="62" creationId="{A7E907DC-FBA8-82E2-9670-C2294BE646C2}"/>
          </ac:spMkLst>
        </pc:spChg>
      </pc:sldChg>
      <pc:sldChg chg="addSp delSp modSp add mod">
        <pc:chgData name="Tom Riley" userId="99c8168620f4c637" providerId="LiveId" clId="{E760D5B6-80BC-5CA3-9D97-43479FBFD418}" dt="2026-04-15T12:22:33.168" v="823" actId="20577"/>
        <pc:sldMkLst>
          <pc:docMk/>
          <pc:sldMk cId="3998604369" sldId="264"/>
        </pc:sldMkLst>
        <pc:spChg chg="add del mod">
          <ac:chgData name="Tom Riley" userId="99c8168620f4c637" providerId="LiveId" clId="{E760D5B6-80BC-5CA3-9D97-43479FBFD418}" dt="2026-04-15T12:22:07.581" v="815" actId="478"/>
          <ac:spMkLst>
            <pc:docMk/>
            <pc:sldMk cId="3998604369" sldId="264"/>
            <ac:spMk id="4" creationId="{0AE3D77C-90AF-DB75-25F0-4B19A2FC3EBC}"/>
          </ac:spMkLst>
        </pc:spChg>
        <pc:spChg chg="mod">
          <ac:chgData name="Tom Riley" userId="99c8168620f4c637" providerId="LiveId" clId="{E760D5B6-80BC-5CA3-9D97-43479FBFD418}" dt="2026-04-15T12:22:33.168" v="823" actId="20577"/>
          <ac:spMkLst>
            <pc:docMk/>
            <pc:sldMk cId="3998604369" sldId="264"/>
            <ac:spMk id="54" creationId="{0580D510-F502-EA48-ACC1-0FB298B720CE}"/>
          </ac:spMkLst>
        </pc:spChg>
        <pc:spChg chg="del">
          <ac:chgData name="Tom Riley" userId="99c8168620f4c637" providerId="LiveId" clId="{E760D5B6-80BC-5CA3-9D97-43479FBFD418}" dt="2026-04-15T12:22:05.279" v="814" actId="478"/>
          <ac:spMkLst>
            <pc:docMk/>
            <pc:sldMk cId="3998604369" sldId="264"/>
            <ac:spMk id="55" creationId="{DFBF9AE8-6074-0AE9-E968-977BDD35A7AC}"/>
          </ac:spMkLst>
        </pc:spChg>
      </pc:sldChg>
      <pc:sldChg chg="delSp add mod">
        <pc:chgData name="Tom Riley" userId="99c8168620f4c637" providerId="LiveId" clId="{E760D5B6-80BC-5CA3-9D97-43479FBFD418}" dt="2026-04-15T13:47:52.211" v="1045" actId="478"/>
        <pc:sldMkLst>
          <pc:docMk/>
          <pc:sldMk cId="1238125863" sldId="265"/>
        </pc:sldMkLst>
        <pc:spChg chg="del">
          <ac:chgData name="Tom Riley" userId="99c8168620f4c637" providerId="LiveId" clId="{E760D5B6-80BC-5CA3-9D97-43479FBFD418}" dt="2026-04-15T13:47:52.211" v="1045" actId="478"/>
          <ac:spMkLst>
            <pc:docMk/>
            <pc:sldMk cId="1238125863" sldId="265"/>
            <ac:spMk id="7" creationId="{3ED09FB6-8A81-80C3-0117-95400E2EE499}"/>
          </ac:spMkLst>
        </pc:spChg>
      </pc:sldChg>
      <pc:sldChg chg="addSp delSp modSp add mod">
        <pc:chgData name="Tom Riley" userId="99c8168620f4c637" providerId="LiveId" clId="{E760D5B6-80BC-5CA3-9D97-43479FBFD418}" dt="2026-04-15T18:47:15.463" v="1050" actId="20577"/>
        <pc:sldMkLst>
          <pc:docMk/>
          <pc:sldMk cId="3755509945" sldId="266"/>
        </pc:sldMkLst>
        <pc:spChg chg="add mod">
          <ac:chgData name="Tom Riley" userId="99c8168620f4c637" providerId="LiveId" clId="{E760D5B6-80BC-5CA3-9D97-43479FBFD418}" dt="2026-04-15T13:47:35.064" v="1041"/>
          <ac:spMkLst>
            <pc:docMk/>
            <pc:sldMk cId="3755509945" sldId="266"/>
            <ac:spMk id="3" creationId="{7F3D5E98-A012-699D-B73F-62B88A803FBF}"/>
          </ac:spMkLst>
        </pc:spChg>
        <pc:spChg chg="del">
          <ac:chgData name="Tom Riley" userId="99c8168620f4c637" providerId="LiveId" clId="{E760D5B6-80BC-5CA3-9D97-43479FBFD418}" dt="2026-04-15T13:47:42.599" v="1043" actId="478"/>
          <ac:spMkLst>
            <pc:docMk/>
            <pc:sldMk cId="3755509945" sldId="266"/>
            <ac:spMk id="7" creationId="{090A3A8D-E741-5A08-6D88-A7F5854F0048}"/>
          </ac:spMkLst>
        </pc:spChg>
        <pc:spChg chg="mod">
          <ac:chgData name="Tom Riley" userId="99c8168620f4c637" providerId="LiveId" clId="{E760D5B6-80BC-5CA3-9D97-43479FBFD418}" dt="2026-04-15T18:47:15.463" v="1050" actId="20577"/>
          <ac:spMkLst>
            <pc:docMk/>
            <pc:sldMk cId="3755509945" sldId="266"/>
            <ac:spMk id="54" creationId="{2C7F03E6-33FE-6DFC-9C5E-0B338B5B3834}"/>
          </ac:spMkLst>
        </pc:spChg>
      </pc:sldChg>
      <pc:sldChg chg="add del">
        <pc:chgData name="Tom Riley" userId="99c8168620f4c637" providerId="LiveId" clId="{E760D5B6-80BC-5CA3-9D97-43479FBFD418}" dt="2026-04-15T13:47:28.732" v="1040"/>
        <pc:sldMkLst>
          <pc:docMk/>
          <pc:sldMk cId="1892767965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F6092EC-8E66-EC11-8B69-710B0805E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53363216-1691-B164-A544-B83456A02A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EE9E66AF-AF15-DD55-3C7E-E6DC0ED1AF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865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7a59b78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7a59b78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7a59b783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7a59b783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Lloyd Lowson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A22C7DE-FEEB-C5FA-933E-885CB2EF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7a59b783e_0_6:notes">
            <a:extLst>
              <a:ext uri="{FF2B5EF4-FFF2-40B4-BE49-F238E27FC236}">
                <a16:creationId xmlns:a16="http://schemas.microsoft.com/office/drawing/2014/main" id="{25008DF7-E270-C814-C4D7-48D179BCE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7a59b783e_0_6:notes">
            <a:extLst>
              <a:ext uri="{FF2B5EF4-FFF2-40B4-BE49-F238E27FC236}">
                <a16:creationId xmlns:a16="http://schemas.microsoft.com/office/drawing/2014/main" id="{3DF45000-BB84-474B-C088-25FE7FAEB1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Simon Murray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4585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3643EDCC-4B1A-9619-7A86-338173E7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7a59b783e_0_0:notes">
            <a:extLst>
              <a:ext uri="{FF2B5EF4-FFF2-40B4-BE49-F238E27FC236}">
                <a16:creationId xmlns:a16="http://schemas.microsoft.com/office/drawing/2014/main" id="{96D8864E-B3C4-D976-83FC-ACE800D94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7a59b783e_0_0:notes">
            <a:extLst>
              <a:ext uri="{FF2B5EF4-FFF2-40B4-BE49-F238E27FC236}">
                <a16:creationId xmlns:a16="http://schemas.microsoft.com/office/drawing/2014/main" id="{BF0E2D8A-C091-F23D-7822-79DE2D90C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6329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7a59b783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7a59b783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5A8175D-92DB-F4D0-4F23-118E56C67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5F1DBFB9-4DCC-68F6-B8A2-BC0E918EE4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9BA995F-7656-4CF9-DA75-9088FB60E9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5416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981EE92-F63C-70EF-6646-37A6EABEB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1D7B3A3D-1D4D-7121-888F-D5076802B3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16D53E4-0616-54E5-DA88-187E0DD48D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9427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7a59b783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7a59b783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7a59b783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7a59b783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community.cncf.io/cloud-native-manchester/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loud-native.slack.com/archives/CJA8M2HCJ" TargetMode="External"/><Relationship Id="rId5" Type="http://schemas.openxmlformats.org/officeDocument/2006/relationships/hyperlink" Target="http://cloudnativemcr.co.uk/" TargetMode="External"/><Relationship Id="rId4" Type="http://schemas.openxmlformats.org/officeDocument/2006/relationships/hyperlink" Target="mailto:contact@cloudnativemcr.co.uk" TargetMode="Externa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orson-edge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scale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hyperlink" Target="https://www.nscale.com/career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contact@cloudnativemcr.co.uk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loud-native.slack.com/archives/CJA8M2HCJ" TargetMode="External"/><Relationship Id="rId5" Type="http://schemas.openxmlformats.org/officeDocument/2006/relationships/hyperlink" Target="https://community.cncf.io/cloud-native-manchester/" TargetMode="External"/><Relationship Id="rId4" Type="http://schemas.openxmlformats.org/officeDocument/2006/relationships/hyperlink" Target="http://cloudnativemcr.co.uk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001389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Cloud Native Manchester April 2026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061962"/>
            <a:ext cx="8520600" cy="10801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GB" dirty="0"/>
              <a:t>Sponsored by </a:t>
            </a:r>
          </a:p>
          <a:p>
            <a:pPr marL="0" indent="0"/>
            <a:r>
              <a:rPr lang="en-GB" dirty="0"/>
              <a:t>Morson-Edge &amp; </a:t>
            </a:r>
            <a:r>
              <a:rPr lang="en-GB" dirty="0" err="1"/>
              <a:t>Nscale</a:t>
            </a:r>
            <a:endParaRPr lang="en-GB" dirty="0"/>
          </a:p>
          <a:p>
            <a:pPr marL="0" indent="0"/>
            <a:endParaRPr lang="en-GB" dirty="0"/>
          </a:p>
          <a:p>
            <a:pPr marL="0" lvl="0" indent="0"/>
            <a:endParaRPr dirty="0"/>
          </a:p>
        </p:txBody>
      </p:sp>
      <p:pic>
        <p:nvPicPr>
          <p:cNvPr id="2" name="Picture 1" descr="Contact us - Morson Edge">
            <a:extLst>
              <a:ext uri="{FF2B5EF4-FFF2-40B4-BE49-F238E27FC236}">
                <a16:creationId xmlns:a16="http://schemas.microsoft.com/office/drawing/2014/main" id="{3F1E877A-BC95-0AB6-0E1A-6AA9A725A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99" y="4615335"/>
            <a:ext cx="4064546" cy="469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DA7C10-56D6-B740-F9BC-17E4C06A1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957" y="4615335"/>
            <a:ext cx="4130842" cy="465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8C0B6F-7C94-FBB3-35B9-B32C9EB2E963}"/>
              </a:ext>
            </a:extLst>
          </p:cNvPr>
          <p:cNvSpPr txBox="1"/>
          <p:nvPr/>
        </p:nvSpPr>
        <p:spPr>
          <a:xfrm>
            <a:off x="1185496" y="58202"/>
            <a:ext cx="67730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6PM: </a:t>
            </a:r>
            <a:r>
              <a:rPr lang="en-GB" sz="1200" i="1" dirty="0"/>
              <a:t>Networking with food and drinks</a:t>
            </a:r>
            <a:r>
              <a:rPr lang="en-US" sz="1200" i="1" dirty="0"/>
              <a:t> </a:t>
            </a:r>
            <a:br>
              <a:rPr lang="en-US" sz="1200" dirty="0"/>
            </a:br>
            <a:r>
              <a:rPr lang="en-US" sz="1200" b="1" dirty="0"/>
              <a:t>7PM: </a:t>
            </a:r>
            <a:r>
              <a:rPr lang="en-US" sz="1200" i="1" dirty="0"/>
              <a:t>DBOS: making reliable cloud workflows - Afzal Muhammad</a:t>
            </a:r>
            <a:br>
              <a:rPr lang="en-US" sz="1200" i="1" dirty="0"/>
            </a:br>
            <a:r>
              <a:rPr lang="en-US" sz="1200" dirty="0"/>
              <a:t>Break!</a:t>
            </a:r>
            <a:br>
              <a:rPr lang="en-US" sz="1200" dirty="0"/>
            </a:br>
            <a:r>
              <a:rPr lang="en-US" sz="1200" b="1" dirty="0"/>
              <a:t>8PM: </a:t>
            </a:r>
            <a:r>
              <a:rPr lang="en-US" sz="1200" i="1" dirty="0"/>
              <a:t>Agents, Kubernetes, and </a:t>
            </a:r>
            <a:r>
              <a:rPr lang="en-US" sz="1200" i="1" dirty="0" err="1"/>
              <a:t>Tailscale</a:t>
            </a:r>
            <a:r>
              <a:rPr lang="en-US" sz="1200" i="1" dirty="0"/>
              <a:t>: What My Home Lab Looks Like in 2026 - Thomas Riley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F0D3E55-887B-1D22-2341-5D815A9B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0580D510-F502-EA48-ACC1-0FB298B720C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2000631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highlight>
                  <a:srgbClr val="FFFF00"/>
                </a:highlight>
              </a:rPr>
              <a:t>Please take your seats</a:t>
            </a:r>
            <a:br>
              <a:rPr lang="en-GB" dirty="0">
                <a:highlight>
                  <a:srgbClr val="FFFF00"/>
                </a:highlight>
              </a:rPr>
            </a:br>
            <a:br>
              <a:rPr lang="en-GB" dirty="0">
                <a:highlight>
                  <a:srgbClr val="FFFF00"/>
                </a:highlight>
              </a:rPr>
            </a:br>
            <a:r>
              <a:rPr lang="en-GB" sz="4900" dirty="0">
                <a:highlight>
                  <a:srgbClr val="FFFF00"/>
                </a:highlight>
              </a:rPr>
              <a:t>Getting started in a few moments!</a:t>
            </a:r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 descr="Contact us - Morson Edge">
            <a:extLst>
              <a:ext uri="{FF2B5EF4-FFF2-40B4-BE49-F238E27FC236}">
                <a16:creationId xmlns:a16="http://schemas.microsoft.com/office/drawing/2014/main" id="{4D746436-F7B6-1507-4298-8D6036FF2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99" y="4615335"/>
            <a:ext cx="4064546" cy="469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2BAC63-97B0-7873-41D7-0F47B6C09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957" y="4615335"/>
            <a:ext cx="4130842" cy="465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6BD679-8D20-A67E-72E8-EB2C68405189}"/>
              </a:ext>
            </a:extLst>
          </p:cNvPr>
          <p:cNvSpPr txBox="1"/>
          <p:nvPr/>
        </p:nvSpPr>
        <p:spPr>
          <a:xfrm>
            <a:off x="1185496" y="58202"/>
            <a:ext cx="67730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6PM: </a:t>
            </a:r>
            <a:r>
              <a:rPr lang="en-GB" sz="1200" i="1" dirty="0"/>
              <a:t>Networking with food and drinks</a:t>
            </a:r>
            <a:r>
              <a:rPr lang="en-US" sz="1200" i="1" dirty="0"/>
              <a:t> </a:t>
            </a:r>
            <a:br>
              <a:rPr lang="en-US" sz="1200" dirty="0"/>
            </a:br>
            <a:r>
              <a:rPr lang="en-US" sz="1200" b="1" dirty="0"/>
              <a:t>7PM: </a:t>
            </a:r>
            <a:r>
              <a:rPr lang="en-US" sz="1200" i="1" dirty="0"/>
              <a:t>DBOS: making reliable cloud workflows - Afzal Muhammad</a:t>
            </a:r>
            <a:br>
              <a:rPr lang="en-US" sz="1200" i="1" dirty="0"/>
            </a:br>
            <a:r>
              <a:rPr lang="en-US" sz="1200" dirty="0"/>
              <a:t>Break!</a:t>
            </a:r>
            <a:br>
              <a:rPr lang="en-US" sz="1200" dirty="0"/>
            </a:br>
            <a:r>
              <a:rPr lang="en-US" sz="1200" b="1" dirty="0"/>
              <a:t>8PM: </a:t>
            </a:r>
            <a:r>
              <a:rPr lang="en-US" sz="1200" i="1" dirty="0"/>
              <a:t>Agents, Kubernetes, and </a:t>
            </a:r>
            <a:r>
              <a:rPr lang="en-US" sz="1200" i="1" dirty="0" err="1"/>
              <a:t>Tailscale</a:t>
            </a:r>
            <a:r>
              <a:rPr lang="en-US" sz="1200" i="1" dirty="0"/>
              <a:t>: What My Home Lab Looks Like in 2026 - Thomas Riley</a:t>
            </a:r>
          </a:p>
        </p:txBody>
      </p:sp>
    </p:spTree>
    <p:extLst>
      <p:ext uri="{BB962C8B-B14F-4D97-AF65-F5344CB8AC3E}">
        <p14:creationId xmlns:p14="http://schemas.microsoft.com/office/powerpoint/2010/main" val="399860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Announcements</a:t>
            </a:r>
            <a:endParaRPr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dirty="0"/>
              <a:t>Official CNCF meetup now, please “mark attendance” there: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u="sng" dirty="0">
                <a:solidFill>
                  <a:schemeClr val="hlink"/>
                </a:solidFill>
                <a:hlinkClick r:id="rId3"/>
              </a:rPr>
              <a:t>https://community.cncf.io/cloud-native-manchester/</a:t>
            </a:r>
            <a:endParaRPr lang="en-GB" sz="1200" u="sng" dirty="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dirty="0"/>
              <a:t>Future Manchester meetups: </a:t>
            </a:r>
          </a:p>
          <a:p>
            <a:pPr marL="285750" indent="-285750">
              <a:spcBef>
                <a:spcPts val="1200"/>
              </a:spcBef>
            </a:pPr>
            <a:r>
              <a:rPr lang="en-GB" sz="1200" b="1" dirty="0"/>
              <a:t>June 17</a:t>
            </a:r>
            <a:r>
              <a:rPr lang="en-GB" sz="1200" b="1" baseline="30000" dirty="0"/>
              <a:t>th</a:t>
            </a:r>
            <a:r>
              <a:rPr lang="en-GB" sz="1200" b="1" dirty="0"/>
              <a:t>  @ </a:t>
            </a:r>
            <a:r>
              <a:rPr lang="en-GB" sz="1200" b="1" dirty="0" err="1"/>
              <a:t>Booking.com</a:t>
            </a:r>
            <a:r>
              <a:rPr lang="en-GB" sz="1200" b="1" dirty="0"/>
              <a:t> Office</a:t>
            </a:r>
          </a:p>
          <a:p>
            <a:pPr marL="285750" indent="-285750">
              <a:spcBef>
                <a:spcPts val="1200"/>
              </a:spcBef>
            </a:pPr>
            <a:r>
              <a:rPr lang="en-GB" sz="1200" b="1" dirty="0"/>
              <a:t>September 17</a:t>
            </a:r>
            <a:r>
              <a:rPr lang="en-GB" sz="1200" b="1" baseline="30000" dirty="0"/>
              <a:t>th</a:t>
            </a:r>
            <a:r>
              <a:rPr lang="en-GB" sz="1200" b="1" dirty="0"/>
              <a:t> @ </a:t>
            </a:r>
            <a:r>
              <a:rPr lang="en-GB" sz="1200" b="1" dirty="0" err="1"/>
              <a:t>Booking.com</a:t>
            </a:r>
            <a:r>
              <a:rPr lang="en-GB" sz="1200" b="1" dirty="0"/>
              <a:t> Office</a:t>
            </a:r>
          </a:p>
          <a:p>
            <a:pPr marL="285750" indent="-285750">
              <a:spcBef>
                <a:spcPts val="1200"/>
              </a:spcBef>
            </a:pPr>
            <a:endParaRPr lang="en-GB" sz="1200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 dirty="0"/>
              <a:t>Sponsors and talks needed so please reach out via </a:t>
            </a:r>
            <a:r>
              <a:rPr lang="en-GB" sz="1200" u="sng" dirty="0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contact@cloudnativemcr.co.uk</a:t>
            </a:r>
            <a:r>
              <a:rPr lang="en-GB" sz="1200" dirty="0"/>
              <a:t> or </a:t>
            </a:r>
            <a:r>
              <a:rPr lang="en-GB" sz="1200" dirty="0">
                <a:hlinkClick r:id="rId5"/>
              </a:rPr>
              <a:t>http://cloudnativemcr.co.uk/</a:t>
            </a:r>
            <a:endParaRPr lang="en-GB" sz="1200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 dirty="0"/>
              <a:t>Cloud Native Slack </a:t>
            </a:r>
            <a:r>
              <a:rPr lang="en-GB" sz="1200" b="1" i="1" dirty="0"/>
              <a:t>#</a:t>
            </a:r>
            <a:r>
              <a:rPr lang="en-GB" sz="1200" b="1" i="1" dirty="0" err="1"/>
              <a:t>manchester</a:t>
            </a:r>
            <a:r>
              <a:rPr lang="en-GB" sz="1200" b="1" i="1" dirty="0"/>
              <a:t> </a:t>
            </a:r>
            <a:r>
              <a:rPr lang="en-GB" sz="1200" dirty="0"/>
              <a:t>channel @ </a:t>
            </a:r>
            <a:r>
              <a:rPr lang="en-GB" sz="1200" dirty="0">
                <a:hlinkClick r:id="rId6"/>
              </a:rPr>
              <a:t>https://cloud-native.slack.com/archives/CJA8M2HCJ</a:t>
            </a:r>
            <a:endParaRPr lang="en-GB" sz="1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13E86D-8694-8C5B-A130-B35E60A9A8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8323" y="180126"/>
            <a:ext cx="1562492" cy="2244781"/>
          </a:xfrm>
          <a:prstGeom prst="rect">
            <a:avLst/>
          </a:prstGeom>
        </p:spPr>
      </p:pic>
      <p:pic>
        <p:nvPicPr>
          <p:cNvPr id="3" name="Picture 2" descr="Contact us - Morson Edge">
            <a:extLst>
              <a:ext uri="{FF2B5EF4-FFF2-40B4-BE49-F238E27FC236}">
                <a16:creationId xmlns:a16="http://schemas.microsoft.com/office/drawing/2014/main" id="{B2AB768E-9099-05BB-FDBA-4F55DC05D3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499" y="4615335"/>
            <a:ext cx="4064546" cy="4699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D79903-00B9-B394-DD61-D423F5EBD8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6957" y="4615335"/>
            <a:ext cx="4130842" cy="4654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Sponsor: Morson Edge</a:t>
            </a:r>
            <a:endParaRPr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https://morson-edge.com/</a:t>
            </a:r>
            <a:endParaRPr lang="en-GB" u="sng" dirty="0">
              <a:solidFill>
                <a:schemeClr val="hlink"/>
              </a:solidFill>
            </a:endParaRPr>
          </a:p>
          <a:p>
            <a:pPr marL="0" lvl="0" indent="0">
              <a:buNone/>
            </a:pPr>
            <a:endParaRPr lang="en-GB" u="sng" dirty="0">
              <a:solidFill>
                <a:schemeClr val="hlink"/>
              </a:solidFill>
            </a:endParaRPr>
          </a:p>
          <a:p>
            <a:pPr marL="0" indent="0">
              <a:buNone/>
            </a:pPr>
            <a:r>
              <a:rPr lang="en-GB" dirty="0"/>
              <a:t>Thank you to Morson Edge for kindly sponsoring todays event.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Thank you for hosting us this evening at Bonded Warehouse once again.</a:t>
            </a:r>
            <a:endParaRPr dirty="0"/>
          </a:p>
        </p:txBody>
      </p:sp>
      <p:pic>
        <p:nvPicPr>
          <p:cNvPr id="2" name="Picture 1" descr="Contact us - Morson Edge">
            <a:extLst>
              <a:ext uri="{FF2B5EF4-FFF2-40B4-BE49-F238E27FC236}">
                <a16:creationId xmlns:a16="http://schemas.microsoft.com/office/drawing/2014/main" id="{E49516C2-47D7-0AC6-07B5-A3F9F8FAF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307" y="3611232"/>
            <a:ext cx="6569386" cy="7595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E1996839-ECB3-8DAF-35BA-22C319DB7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435BB5EA-FDB7-E540-BFF7-A8AC68C810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Sponsor: </a:t>
            </a:r>
            <a:r>
              <a:rPr lang="en-GB" dirty="0" err="1"/>
              <a:t>Nscale</a:t>
            </a:r>
            <a:endParaRPr dirty="0"/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C66AD673-E4A7-6C65-DE2F-936EFE604A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https://nscale.com</a:t>
            </a:r>
            <a:endParaRPr lang="en-GB" u="sng" dirty="0">
              <a:solidFill>
                <a:schemeClr val="hlink"/>
              </a:solidFill>
            </a:endParaRPr>
          </a:p>
          <a:p>
            <a:pPr marL="0" lvl="0" indent="0">
              <a:buNone/>
            </a:pPr>
            <a:endParaRPr lang="en-GB" u="sng" dirty="0">
              <a:solidFill>
                <a:schemeClr val="hlink"/>
              </a:solidFill>
            </a:endParaRPr>
          </a:p>
          <a:p>
            <a:pPr marL="0" indent="0">
              <a:buNone/>
            </a:pPr>
            <a:r>
              <a:rPr lang="en-GB" dirty="0"/>
              <a:t>Thank you to </a:t>
            </a:r>
            <a:r>
              <a:rPr lang="en-GB" dirty="0" err="1"/>
              <a:t>Nscale</a:t>
            </a:r>
            <a:r>
              <a:rPr lang="en-GB" dirty="0"/>
              <a:t> for kindly sponsoring todays event.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They are hiring @ </a:t>
            </a:r>
            <a:r>
              <a:rPr lang="en-GB" dirty="0">
                <a:hlinkClick r:id="rId4"/>
              </a:rPr>
              <a:t>https://www.nscale.com/careers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95B486-60C3-C977-386C-C6EF99006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1494" y="3621390"/>
            <a:ext cx="6561012" cy="73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041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0E69D0D-1ABF-0DDE-E28F-BDB107304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FE6CA79E-62A4-4E07-84B6-9D3CCBC2A7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Agenda</a:t>
            </a:r>
            <a:endParaRPr dirty="0"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A7E907DC-FBA8-82E2-9670-C2294BE646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r>
              <a:rPr lang="en-US" b="1" dirty="0"/>
              <a:t>6PM: </a:t>
            </a:r>
            <a:r>
              <a:rPr lang="en-GB" dirty="0"/>
              <a:t>Networking with food and drinks</a:t>
            </a:r>
            <a:br>
              <a:rPr lang="en-GB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7PM: </a:t>
            </a:r>
            <a:r>
              <a:rPr lang="en-US" dirty="0"/>
              <a:t>DBOS: making reliable cloud workflows - </a:t>
            </a:r>
            <a:r>
              <a:rPr lang="en-US" i="1" dirty="0"/>
              <a:t>Afzal Muhammad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Break!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~</a:t>
            </a:r>
            <a:r>
              <a:rPr lang="en-US" b="1" dirty="0"/>
              <a:t>8PM: </a:t>
            </a:r>
            <a:r>
              <a:rPr lang="en-US" dirty="0"/>
              <a:t>Agents, Kubernetes, and </a:t>
            </a:r>
            <a:r>
              <a:rPr lang="en-US" dirty="0" err="1"/>
              <a:t>Tailscale</a:t>
            </a:r>
            <a:r>
              <a:rPr lang="en-US" dirty="0"/>
              <a:t>: What My Home Lab Looks Like in 2026 - </a:t>
            </a:r>
            <a:r>
              <a:rPr lang="en-US" i="1" dirty="0"/>
              <a:t>Thomas Riley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5609D1-5B57-73B1-554C-BE84059F2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323" y="180126"/>
            <a:ext cx="1562492" cy="2244781"/>
          </a:xfrm>
          <a:prstGeom prst="rect">
            <a:avLst/>
          </a:prstGeom>
        </p:spPr>
      </p:pic>
      <p:pic>
        <p:nvPicPr>
          <p:cNvPr id="3" name="Picture 2" descr="Contact us - Morson Edge">
            <a:extLst>
              <a:ext uri="{FF2B5EF4-FFF2-40B4-BE49-F238E27FC236}">
                <a16:creationId xmlns:a16="http://schemas.microsoft.com/office/drawing/2014/main" id="{C79280AB-80E6-4799-5AD9-B6DF4023F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99" y="4615335"/>
            <a:ext cx="4064546" cy="4699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EC8074-B8EF-F97A-4113-20817535F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6957" y="4615335"/>
            <a:ext cx="4130842" cy="46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601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b="1" i="1" dirty="0"/>
              <a:t>DBOS: making reliable cloud workflows</a:t>
            </a:r>
            <a:br>
              <a:rPr lang="en-US" b="1" i="1" dirty="0"/>
            </a:br>
            <a:br>
              <a:rPr lang="en-US" b="1" i="1" dirty="0"/>
            </a:br>
            <a:r>
              <a:rPr lang="en-US" b="1" i="1" dirty="0"/>
              <a:t> Afzal Muhammad</a:t>
            </a:r>
            <a:endParaRPr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0276C1C-655B-7218-7817-23AB59EC9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2C7F03E6-33FE-6DFC-9C5E-0B338B5B383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69973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Second talk </a:t>
            </a:r>
            <a:r>
              <a:rPr lang="en-GB"/>
              <a:t>starting at 8PM</a:t>
            </a:r>
            <a:endParaRPr dirty="0"/>
          </a:p>
        </p:txBody>
      </p:sp>
      <p:pic>
        <p:nvPicPr>
          <p:cNvPr id="2" name="Picture 1" descr="Contact us - Morson Edge">
            <a:extLst>
              <a:ext uri="{FF2B5EF4-FFF2-40B4-BE49-F238E27FC236}">
                <a16:creationId xmlns:a16="http://schemas.microsoft.com/office/drawing/2014/main" id="{C73B7541-FA91-8FB7-5A00-E55D18805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99" y="4615335"/>
            <a:ext cx="4064546" cy="469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20948A-96CD-AA0F-D062-0E30B058F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957" y="4615335"/>
            <a:ext cx="4130842" cy="465447"/>
          </a:xfrm>
          <a:prstGeom prst="rect">
            <a:avLst/>
          </a:prstGeom>
        </p:spPr>
      </p:pic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7F3D5E98-A012-699D-B73F-62B88A803F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3061962"/>
            <a:ext cx="8520600" cy="10801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GB" dirty="0"/>
              <a:t>Sponsored by </a:t>
            </a:r>
          </a:p>
          <a:p>
            <a:pPr marL="0" indent="0"/>
            <a:r>
              <a:rPr lang="en-GB" dirty="0"/>
              <a:t>Morson-Edge &amp; </a:t>
            </a:r>
            <a:r>
              <a:rPr lang="en-GB" dirty="0" err="1"/>
              <a:t>Nscale</a:t>
            </a:r>
            <a:endParaRPr lang="en-GB" dirty="0"/>
          </a:p>
          <a:p>
            <a:pPr marL="0" indent="0"/>
            <a:endParaRPr lang="en-GB" dirty="0"/>
          </a:p>
          <a:p>
            <a:pPr marL="0" lvl="0" indent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5509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6028618-F362-07D3-4A6E-A3810A166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E9B16A76-BA9E-05C1-9364-11313A2E084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2000631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highlight>
                  <a:srgbClr val="FFFF00"/>
                </a:highlight>
              </a:rPr>
              <a:t>Please take your seats</a:t>
            </a:r>
            <a:br>
              <a:rPr lang="en-GB" dirty="0">
                <a:highlight>
                  <a:srgbClr val="FFFF00"/>
                </a:highlight>
              </a:rPr>
            </a:br>
            <a:br>
              <a:rPr lang="en-GB" dirty="0">
                <a:highlight>
                  <a:srgbClr val="FFFF00"/>
                </a:highlight>
              </a:rPr>
            </a:br>
            <a:r>
              <a:rPr lang="en-GB" sz="4900" dirty="0">
                <a:highlight>
                  <a:srgbClr val="FFFF00"/>
                </a:highlight>
              </a:rPr>
              <a:t>Getting started in a few moments!</a:t>
            </a:r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 descr="Contact us - Morson Edge">
            <a:extLst>
              <a:ext uri="{FF2B5EF4-FFF2-40B4-BE49-F238E27FC236}">
                <a16:creationId xmlns:a16="http://schemas.microsoft.com/office/drawing/2014/main" id="{A6A002B4-533C-A391-1452-7FDF6D3F5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99" y="4615335"/>
            <a:ext cx="4064546" cy="469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913E31-2896-F8A3-0F61-0BCC60CBE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957" y="4615335"/>
            <a:ext cx="4130842" cy="46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125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b="1" i="1" dirty="0"/>
              <a:t>Agents, Kubernetes, and </a:t>
            </a:r>
            <a:r>
              <a:rPr lang="en-US" b="1" i="1" dirty="0" err="1"/>
              <a:t>Tailscale</a:t>
            </a:r>
            <a:r>
              <a:rPr lang="en-US" b="1" i="1" dirty="0"/>
              <a:t>: What My Home Lab Looks Like in 2026</a:t>
            </a:r>
            <a:br>
              <a:rPr lang="en-US" b="1" i="1" dirty="0"/>
            </a:br>
            <a:br>
              <a:rPr lang="en-US" b="1" i="1" dirty="0"/>
            </a:br>
            <a:r>
              <a:rPr lang="en-US" b="1" i="1" dirty="0"/>
              <a:t>Thomas Riley</a:t>
            </a:r>
            <a:endParaRPr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See you next time</a:t>
            </a: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Sponsors and talks needed so please reach out: </a:t>
            </a:r>
            <a:endParaRPr dirty="0"/>
          </a:p>
          <a:p>
            <a:pPr marL="0" lv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GB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contact@cloudnativemcr.co.uk</a:t>
            </a:r>
            <a:r>
              <a:rPr lang="en-GB" dirty="0"/>
              <a:t> OR </a:t>
            </a:r>
            <a:r>
              <a:rPr lang="en-GB" dirty="0">
                <a:hlinkClick r:id="rId4"/>
              </a:rPr>
              <a:t>http://</a:t>
            </a:r>
            <a:r>
              <a:rPr lang="en-GB" dirty="0">
                <a:hlinkClick r:id="rId4"/>
              </a:rPr>
              <a:t>cloudnativemcr.co.uk/</a:t>
            </a:r>
            <a:endParaRPr lang="en-GB" dirty="0"/>
          </a:p>
          <a:p>
            <a:pPr marL="0" lv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Please register on the CNCF site:</a:t>
            </a:r>
            <a:endParaRPr dirty="0"/>
          </a:p>
          <a:p>
            <a:pPr marL="0" lvl="0" indent="0">
              <a:spcBef>
                <a:spcPts val="1200"/>
              </a:spcBef>
              <a:buNone/>
            </a:pPr>
            <a:r>
              <a:rPr lang="en-GB" dirty="0">
                <a:hlinkClick r:id="rId5"/>
              </a:rPr>
              <a:t>https://community.cncf.io/cloud-native-manchester/</a:t>
            </a:r>
            <a:endParaRPr lang="en-GB" dirty="0"/>
          </a:p>
          <a:p>
            <a:pPr marL="0" indent="0">
              <a:spcBef>
                <a:spcPts val="1200"/>
              </a:spcBef>
              <a:buNone/>
            </a:pPr>
            <a:r>
              <a:rPr lang="en-GB"/>
              <a:t>CNCF Slack: </a:t>
            </a:r>
            <a:r>
              <a:rPr lang="en-GB">
                <a:hlinkClick r:id="rId6"/>
              </a:rPr>
              <a:t>https://cloud-native.slack.com/archives/CJA8M2HCJ</a:t>
            </a:r>
            <a:r>
              <a:rPr lang="en-GB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GB" dirty="0"/>
              <a:t>Next Manchester meetup: </a:t>
            </a:r>
            <a:r>
              <a:rPr lang="en-GB" b="1" dirty="0"/>
              <a:t>June 17</a:t>
            </a:r>
            <a:r>
              <a:rPr lang="en-GB" b="1" baseline="30000" dirty="0"/>
              <a:t>th</a:t>
            </a:r>
            <a:r>
              <a:rPr lang="en-GB" b="1" dirty="0"/>
              <a:t> @ </a:t>
            </a:r>
            <a:r>
              <a:rPr lang="en-GB" b="1" dirty="0" err="1"/>
              <a:t>Booking.com</a:t>
            </a:r>
            <a:r>
              <a:rPr lang="en-GB" b="1" dirty="0"/>
              <a:t> Office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9DB3EB-3FF6-E6AA-3C94-E3AAC2544E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8323" y="180126"/>
            <a:ext cx="1562492" cy="22447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</Words>
  <Application>Microsoft Macintosh PowerPoint</Application>
  <PresentationFormat>On-screen Show (16:9)</PresentationFormat>
  <Paragraphs>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Cloud Native Manchester April 2026</vt:lpstr>
      <vt:lpstr>Please take your seats  Getting started in a few moments!</vt:lpstr>
      <vt:lpstr>Announcements</vt:lpstr>
      <vt:lpstr>Sponsor: Morson Edge</vt:lpstr>
      <vt:lpstr>Sponsor: Nscale</vt:lpstr>
      <vt:lpstr>Agenda</vt:lpstr>
      <vt:lpstr>DBOS: making reliable cloud workflows   Afzal Muhammad</vt:lpstr>
      <vt:lpstr>Second talk starting at 8PM</vt:lpstr>
      <vt:lpstr>Please take your seats  Getting started in a few moments!</vt:lpstr>
      <vt:lpstr>Agents, Kubernetes, and Tailscale: What My Home Lab Looks Like in 2026  Thomas Riley</vt:lpstr>
      <vt:lpstr>See you 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Tom Riley (HLS)</cp:lastModifiedBy>
  <cp:revision>1</cp:revision>
  <dcterms:modified xsi:type="dcterms:W3CDTF">2026-04-15T18:47:21Z</dcterms:modified>
</cp:coreProperties>
</file>